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37" r:id="rId1"/>
  </p:sldMasterIdLst>
  <p:notesMasterIdLst>
    <p:notesMasterId r:id="rId9"/>
  </p:notesMasterIdLst>
  <p:handoutMasterIdLst>
    <p:handoutMasterId r:id="rId10"/>
  </p:handoutMasterIdLst>
  <p:sldIdLst>
    <p:sldId id="353" r:id="rId2"/>
    <p:sldId id="284" r:id="rId3"/>
    <p:sldId id="325" r:id="rId4"/>
    <p:sldId id="361" r:id="rId5"/>
    <p:sldId id="362" r:id="rId6"/>
    <p:sldId id="265" r:id="rId7"/>
    <p:sldId id="339" r:id="rId8"/>
  </p:sldIdLst>
  <p:sldSz cx="9144000" cy="6858000" type="screen4x3"/>
  <p:notesSz cx="6858000" cy="9144000"/>
  <p:defaultTextStyle>
    <a:defPPr>
      <a:defRPr lang="de-DE"/>
    </a:defPPr>
    <a:lvl1pPr marL="0" algn="l" defTabSz="914400" rtl="0" eaLnBrk="1" latinLnBrk="0" hangingPunct="1">
      <a:defRPr lang="de-DE" sz="1800" kern="1200">
        <a:solidFill>
          <a:schemeClr val="tx1"/>
        </a:solidFill>
        <a:latin typeface="Arial"/>
        <a:ea typeface="+mn-ea"/>
        <a:cs typeface="+mn-cs"/>
      </a:defRPr>
    </a:lvl1pPr>
    <a:lvl2pPr marL="457200" algn="l" defTabSz="914400" rtl="0" eaLnBrk="1" latinLnBrk="0" hangingPunct="1">
      <a:buClr>
        <a:srgbClr val="FDB913"/>
      </a:buClr>
      <a:buSzPct val="100000"/>
      <a:buFont typeface="wingdings"/>
      <a:buChar char=""/>
      <a:defRPr lang="de-DE" sz="1800" kern="1200">
        <a:solidFill>
          <a:schemeClr val="tx1"/>
        </a:solidFill>
        <a:latin typeface="Arial"/>
        <a:ea typeface="+mn-ea"/>
        <a:cs typeface="+mn-cs"/>
      </a:defRPr>
    </a:lvl2pPr>
    <a:lvl3pPr marL="914400" algn="l" defTabSz="914400" rtl="0" eaLnBrk="1" latinLnBrk="0" hangingPunct="1">
      <a:buClr>
        <a:srgbClr val="666666"/>
      </a:buClr>
      <a:buSzPct val="80000"/>
      <a:buFont typeface="Wingdings"/>
      <a:buChar char="n"/>
      <a:defRPr lang="de-DE" sz="1400" kern="1200">
        <a:solidFill>
          <a:schemeClr val="tx1"/>
        </a:solidFill>
        <a:latin typeface="Arial"/>
        <a:ea typeface="+mn-ea"/>
        <a:cs typeface="+mn-cs"/>
      </a:defRPr>
    </a:lvl3pPr>
    <a:lvl4pPr marL="1371600" algn="l" defTabSz="914400" rtl="0" eaLnBrk="1" latinLnBrk="0" hangingPunct="1">
      <a:buClr>
        <a:srgbClr val="666666"/>
      </a:buClr>
      <a:buSzPct val="80000"/>
      <a:buFont typeface="Arial"/>
      <a:buChar char=""/>
      <a:defRPr lang="de-DE" sz="1200" kern="1200">
        <a:solidFill>
          <a:schemeClr val="tx1"/>
        </a:solidFill>
        <a:latin typeface="Arial"/>
        <a:ea typeface="+mn-ea"/>
        <a:cs typeface="+mn-cs"/>
      </a:defRPr>
    </a:lvl4pPr>
    <a:lvl5pPr marL="1828800" algn="l" defTabSz="914400" rtl="0" eaLnBrk="1" latinLnBrk="0" hangingPunct="1">
      <a:buClr>
        <a:srgbClr val="666666"/>
      </a:buClr>
      <a:buSzPct val="80000"/>
      <a:buFont typeface="Arial"/>
      <a:buChar char=""/>
      <a:defRPr lang="de-DE" sz="1000" kern="1200">
        <a:solidFill>
          <a:schemeClr val="tx1"/>
        </a:solidFill>
        <a:latin typeface="Arial"/>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4117">
          <p15:clr>
            <a:srgbClr val="A4A3A4"/>
          </p15:clr>
        </p15:guide>
        <p15:guide id="3" orient="horz" pos="3834">
          <p15:clr>
            <a:srgbClr val="A4A3A4"/>
          </p15:clr>
        </p15:guide>
        <p15:guide id="4" orient="horz" pos="1065">
          <p15:clr>
            <a:srgbClr val="A4A3A4"/>
          </p15:clr>
        </p15:guide>
        <p15:guide id="5" orient="horz" pos="777">
          <p15:clr>
            <a:srgbClr val="A4A3A4"/>
          </p15:clr>
        </p15:guide>
        <p15:guide id="6" pos="5556">
          <p15:clr>
            <a:srgbClr val="A4A3A4"/>
          </p15:clr>
        </p15:guide>
        <p15:guide id="7" pos="206">
          <p15:clr>
            <a:srgbClr val="A4A3A4"/>
          </p15:clr>
        </p15:guide>
        <p15:guide id="8" pos="2886">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scaleToFitPaper="1"/>
  <p:clrMru>
    <a:srgbClr val="FF5050"/>
    <a:srgbClr val="003283"/>
    <a:srgbClr val="FF0000"/>
    <a:srgbClr val="666666"/>
    <a:srgbClr val="2B3F7B"/>
    <a:srgbClr val="9C277B"/>
    <a:srgbClr val="D4652D"/>
    <a:srgbClr val="9E3039"/>
    <a:srgbClr val="9999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2D5ABB26-0587-4C30-8999-92F81FD0307C}">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975" autoAdjust="0"/>
    <p:restoredTop sz="94704" autoAdjust="0"/>
  </p:normalViewPr>
  <p:slideViewPr>
    <p:cSldViewPr snapToGrid="0" showGuides="1">
      <p:cViewPr varScale="1">
        <p:scale>
          <a:sx n="71" d="100"/>
          <a:sy n="71" d="100"/>
        </p:scale>
        <p:origin x="508" y="56"/>
      </p:cViewPr>
      <p:guideLst>
        <p:guide orient="horz" pos="4117"/>
        <p:guide orient="horz" pos="3834"/>
        <p:guide orient="horz" pos="1065"/>
        <p:guide orient="horz" pos="777"/>
        <p:guide pos="5556"/>
        <p:guide pos="206"/>
        <p:guide pos="2886"/>
      </p:guideLst>
    </p:cSldViewPr>
  </p:slideViewPr>
  <p:notesTextViewPr>
    <p:cViewPr>
      <p:scale>
        <a:sx n="100" d="100"/>
        <a:sy n="100" d="100"/>
      </p:scale>
      <p:origin x="0" y="0"/>
    </p:cViewPr>
  </p:notesTextViewPr>
  <p:sorterViewPr>
    <p:cViewPr varScale="1">
      <p:scale>
        <a:sx n="1" d="1"/>
        <a:sy n="1" d="1"/>
      </p:scale>
      <p:origin x="0" y="0"/>
    </p:cViewPr>
  </p:sorterViewPr>
  <p:notesViewPr>
    <p:cSldViewPr snapToGrid="0" showGuides="1">
      <p:cViewPr>
        <p:scale>
          <a:sx n="75" d="100"/>
          <a:sy n="75" d="100"/>
        </p:scale>
        <p:origin x="-4402" y="-562"/>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notesMaster" Target="notesMasters/notesMaster1.xml"/><Relationship Id="rId14"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 name="Slide Number Placeholder 4"/>
          <p:cNvSpPr>
            <a:spLocks noGrp="1"/>
          </p:cNvSpPr>
          <p:nvPr>
            <p:ph type="sldNum" sz="quarter" idx="3"/>
          </p:nvPr>
        </p:nvSpPr>
        <p:spPr>
          <a:xfrm>
            <a:off x="1943100" y="8685213"/>
            <a:ext cx="2971800" cy="457200"/>
          </a:xfrm>
          <a:prstGeom prst="rect">
            <a:avLst/>
          </a:prstGeom>
        </p:spPr>
        <p:txBody>
          <a:bodyPr vert="horz" lIns="91440" tIns="45720" rIns="91440" bIns="45720" rtlCol="0" anchor="b"/>
          <a:lstStyle>
            <a:lvl1pPr algn="r">
              <a:defRPr sz="1200"/>
            </a:lvl1pPr>
          </a:lstStyle>
          <a:p>
            <a:pPr algn="ctr"/>
            <a:fld id="{47855BD9-AF71-426C-9B9B-B0E52B88852E}" type="slidenum">
              <a:rPr lang="de-DE" sz="1000" smtClean="0"/>
              <a:pPr algn="ctr"/>
              <a:t>‹#›</a:t>
            </a:fld>
            <a:endParaRPr lang="de-DE" sz="1000" dirty="0"/>
          </a:p>
        </p:txBody>
      </p:sp>
    </p:spTree>
    <p:extLst>
      <p:ext uri="{BB962C8B-B14F-4D97-AF65-F5344CB8AC3E}">
        <p14:creationId xmlns:p14="http://schemas.microsoft.com/office/powerpoint/2010/main" val="378067011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749300" y="390525"/>
            <a:ext cx="5359400" cy="4019550"/>
          </a:xfrm>
          <a:prstGeom prst="rect">
            <a:avLst/>
          </a:prstGeom>
          <a:noFill/>
          <a:ln w="12700">
            <a:solidFill>
              <a:prstClr val="black"/>
            </a:solidFill>
          </a:ln>
        </p:spPr>
        <p:txBody>
          <a:bodyPr vert="horz" lIns="91440" tIns="45720" rIns="91440" bIns="45720" rtlCol="0" anchor="ctr"/>
          <a:lstStyle/>
          <a:p>
            <a:endParaRPr lang="de-DE" dirty="0"/>
          </a:p>
        </p:txBody>
      </p:sp>
      <p:sp>
        <p:nvSpPr>
          <p:cNvPr id="5" name="Notes Placeholder 4"/>
          <p:cNvSpPr>
            <a:spLocks noGrp="1"/>
          </p:cNvSpPr>
          <p:nvPr>
            <p:ph type="body" sz="quarter" idx="3"/>
          </p:nvPr>
        </p:nvSpPr>
        <p:spPr>
          <a:xfrm>
            <a:off x="750600" y="4706112"/>
            <a:ext cx="5356800" cy="3939264"/>
          </a:xfrm>
          <a:prstGeom prst="rect">
            <a:avLst/>
          </a:prstGeom>
        </p:spPr>
        <p:txBody>
          <a:bodyPr vert="horz" lIns="0" tIns="0" rIns="0" bIns="0" rtlCol="0">
            <a:normAutofit/>
          </a:bodyPr>
          <a:lstStyle/>
          <a:p>
            <a:pPr lvl="0"/>
            <a:r>
              <a:rPr lang="en-US" dirty="0" smtClean="0"/>
              <a:t>Click to edit Master text styles</a:t>
            </a:r>
          </a:p>
          <a:p>
            <a:pPr lvl="1"/>
            <a:r>
              <a:rPr lang="en-US" dirty="0" smtClean="0"/>
              <a:t>Second level</a:t>
            </a:r>
          </a:p>
          <a:p>
            <a:pPr lvl="2"/>
            <a:r>
              <a:rPr lang="en-US" dirty="0" smtClean="0"/>
              <a:t>Third level</a:t>
            </a:r>
          </a:p>
        </p:txBody>
      </p:sp>
      <p:sp>
        <p:nvSpPr>
          <p:cNvPr id="7" name="Slide Number Placeholder 6"/>
          <p:cNvSpPr>
            <a:spLocks noGrp="1"/>
          </p:cNvSpPr>
          <p:nvPr>
            <p:ph type="sldNum" sz="quarter" idx="5"/>
          </p:nvPr>
        </p:nvSpPr>
        <p:spPr>
          <a:xfrm>
            <a:off x="2957512" y="8915402"/>
            <a:ext cx="942976" cy="205358"/>
          </a:xfrm>
          <a:prstGeom prst="rect">
            <a:avLst/>
          </a:prstGeom>
        </p:spPr>
        <p:txBody>
          <a:bodyPr vert="horz" lIns="91440" tIns="45720" rIns="91440" bIns="45720" rtlCol="0" anchor="b"/>
          <a:lstStyle>
            <a:lvl1pPr algn="ctr">
              <a:defRPr sz="1000"/>
            </a:lvl1pPr>
          </a:lstStyle>
          <a:p>
            <a:fld id="{7D8C2C35-2B8A-446E-BEC0-FD36716C29AC}" type="slidenum">
              <a:rPr lang="de-DE" smtClean="0"/>
              <a:pPr/>
              <a:t>‹#›</a:t>
            </a:fld>
            <a:endParaRPr lang="de-DE" dirty="0"/>
          </a:p>
        </p:txBody>
      </p:sp>
    </p:spTree>
    <p:extLst>
      <p:ext uri="{BB962C8B-B14F-4D97-AF65-F5344CB8AC3E}">
        <p14:creationId xmlns:p14="http://schemas.microsoft.com/office/powerpoint/2010/main" val="19087484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180975" indent="-180975" algn="l" defTabSz="914400" rtl="0" eaLnBrk="1" latinLnBrk="0" hangingPunct="1">
      <a:buClr>
        <a:schemeClr val="accent1"/>
      </a:buClr>
      <a:buSzPct val="100000"/>
      <a:buFont typeface="Wingdings" pitchFamily="2" charset="2"/>
      <a:buChar char=""/>
      <a:defRPr sz="1100" kern="1200">
        <a:solidFill>
          <a:schemeClr val="tx1"/>
        </a:solidFill>
        <a:latin typeface="+mn-lt"/>
        <a:ea typeface="+mn-ea"/>
        <a:cs typeface="+mn-cs"/>
      </a:defRPr>
    </a:lvl2pPr>
    <a:lvl3pPr marL="357188" indent="-176213" algn="l" defTabSz="914400" rtl="0" eaLnBrk="1" latinLnBrk="0" hangingPunct="1">
      <a:buClr>
        <a:schemeClr val="accent2"/>
      </a:buClr>
      <a:buSzPct val="80000"/>
      <a:buFont typeface="Symbol" pitchFamily="18" charset="2"/>
      <a:buChar char="-"/>
      <a:defRPr sz="1000" kern="1200">
        <a:solidFill>
          <a:schemeClr val="tx1"/>
        </a:solidFill>
        <a:latin typeface="+mn-lt"/>
        <a:ea typeface="+mn-ea"/>
        <a:cs typeface="+mn-cs"/>
      </a:defRPr>
    </a:lvl3pPr>
    <a:lvl4pPr marL="566738" indent="-133350" algn="l" defTabSz="914400" rtl="0" eaLnBrk="1" latinLnBrk="0" hangingPunct="1">
      <a:buClr>
        <a:schemeClr val="accent2"/>
      </a:buClr>
      <a:buFont typeface="Arial" pitchFamily="34" charset="0"/>
      <a:buChar char="–"/>
      <a:defRPr sz="10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7D8C2C35-2B8A-446E-BEC0-FD36716C29AC}" type="slidenum">
              <a:rPr lang="en-US" smtClean="0"/>
              <a:pPr/>
              <a:t>1</a:t>
            </a:fld>
            <a:endParaRPr lang="en-US" dirty="0"/>
          </a:p>
        </p:txBody>
      </p:sp>
    </p:spTree>
    <p:extLst>
      <p:ext uri="{BB962C8B-B14F-4D97-AF65-F5344CB8AC3E}">
        <p14:creationId xmlns:p14="http://schemas.microsoft.com/office/powerpoint/2010/main" val="107342960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7D8C2C35-2B8A-446E-BEC0-FD36716C29AC}" type="slidenum">
              <a:rPr lang="en-US" smtClean="0"/>
              <a:pPr/>
              <a:t>2</a:t>
            </a:fld>
            <a:endParaRPr lang="en-US" dirty="0"/>
          </a:p>
        </p:txBody>
      </p:sp>
    </p:spTree>
    <p:extLst>
      <p:ext uri="{BB962C8B-B14F-4D97-AF65-F5344CB8AC3E}">
        <p14:creationId xmlns:p14="http://schemas.microsoft.com/office/powerpoint/2010/main" val="218504540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7D8C2C35-2B8A-446E-BEC0-FD36716C29AC}" type="slidenum">
              <a:rPr lang="en-US" smtClean="0"/>
              <a:pPr/>
              <a:t>3</a:t>
            </a:fld>
            <a:endParaRPr lang="en-US" dirty="0"/>
          </a:p>
        </p:txBody>
      </p:sp>
    </p:spTree>
    <p:extLst>
      <p:ext uri="{BB962C8B-B14F-4D97-AF65-F5344CB8AC3E}">
        <p14:creationId xmlns:p14="http://schemas.microsoft.com/office/powerpoint/2010/main" val="331651418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fld id="{7D8C2C35-2B8A-446E-BEC0-FD36716C29AC}" type="slidenum">
              <a:rPr lang="en-US" smtClean="0"/>
              <a:pPr/>
              <a:t>6</a:t>
            </a:fld>
            <a:endParaRPr lang="en-US" dirty="0"/>
          </a:p>
        </p:txBody>
      </p:sp>
      <p:sp>
        <p:nvSpPr>
          <p:cNvPr id="15" name="Slide Image Placeholder 14"/>
          <p:cNvSpPr>
            <a:spLocks noGrp="1" noRot="1" noChangeAspect="1"/>
          </p:cNvSpPr>
          <p:nvPr>
            <p:ph type="sldImg"/>
          </p:nvPr>
        </p:nvSpPr>
        <p:spPr/>
      </p:sp>
      <p:sp>
        <p:nvSpPr>
          <p:cNvPr id="16" name="Notes Placeholder 15"/>
          <p:cNvSpPr>
            <a:spLocks noGrp="1"/>
          </p:cNvSpPr>
          <p:nvPr>
            <p:ph type="body" idx="1"/>
          </p:nvPr>
        </p:nvSpPr>
        <p:spPr/>
        <p:txBody>
          <a:bodyPr>
            <a:normAutofit/>
          </a:bodyPr>
          <a:lstStyle/>
          <a:p>
            <a:endParaRPr lang="en-US" dirty="0"/>
          </a:p>
        </p:txBody>
      </p:sp>
    </p:spTree>
    <p:extLst>
      <p:ext uri="{BB962C8B-B14F-4D97-AF65-F5344CB8AC3E}">
        <p14:creationId xmlns:p14="http://schemas.microsoft.com/office/powerpoint/2010/main" val="162468152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7D8C2C35-2B8A-446E-BEC0-FD36716C29AC}" type="slidenum">
              <a:rPr lang="en-US" smtClean="0"/>
              <a:pPr/>
              <a:t>7</a:t>
            </a:fld>
            <a:endParaRPr lang="en-US" dirty="0"/>
          </a:p>
        </p:txBody>
      </p:sp>
    </p:spTree>
    <p:extLst>
      <p:ext uri="{BB962C8B-B14F-4D97-AF65-F5344CB8AC3E}">
        <p14:creationId xmlns:p14="http://schemas.microsoft.com/office/powerpoint/2010/main" val="251505272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hyperlink" Target="http://global12.sap.com/corporate-en/legal/copyright/index.epx" TargetMode="External"/><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hyperlink" Target="http://global.sap.com/corporate-de/legal/copyright/index.epx"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with picture - short">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3" name="Rectangle 2"/>
          <p:cNvSpPr/>
          <p:nvPr/>
        </p:nvSpPr>
        <p:spPr bwMode="gray">
          <a:xfrm>
            <a:off x="324000" y="-1"/>
            <a:ext cx="8496000" cy="2160000"/>
          </a:xfrm>
          <a:prstGeom prst="rect">
            <a:avLst/>
          </a:prstGeom>
          <a:solidFill>
            <a:schemeClr val="bg1">
              <a:alpha val="75000"/>
            </a:schemeClr>
          </a:solidFill>
          <a:ln w="635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b="0" i="0" u="none" strike="noStrike" kern="0" cap="none" spc="0" normalizeH="0" baseline="0" noProof="0" dirty="0" smtClean="0">
              <a:ln>
                <a:noFill/>
              </a:ln>
              <a:effectLst/>
              <a:uLnTx/>
              <a:uFillTx/>
              <a:ea typeface="Arial Unicode MS" pitchFamily="34" charset="-128"/>
              <a:cs typeface="Arial Unicode MS" pitchFamily="34" charset="-128"/>
            </a:endParaRPr>
          </a:p>
        </p:txBody>
      </p:sp>
      <p:sp>
        <p:nvSpPr>
          <p:cNvPr id="2" name="Title 1"/>
          <p:cNvSpPr>
            <a:spLocks noGrp="1"/>
          </p:cNvSpPr>
          <p:nvPr>
            <p:ph type="title" hasCustomPrompt="1"/>
          </p:nvPr>
        </p:nvSpPr>
        <p:spPr>
          <a:xfrm>
            <a:off x="414000" y="324000"/>
            <a:ext cx="7740000" cy="738000"/>
          </a:xfrm>
        </p:spPr>
        <p:txBody>
          <a:bodyPr anchor="t" anchorCtr="0">
            <a:noAutofit/>
          </a:bodyPr>
          <a:lstStyle>
            <a:lvl1pPr>
              <a:defRPr sz="4800">
                <a:solidFill>
                  <a:schemeClr val="tx1"/>
                </a:solidFill>
              </a:defRPr>
            </a:lvl1pPr>
          </a:lstStyle>
          <a:p>
            <a:r>
              <a:rPr lang="en-US" dirty="0" smtClean="0"/>
              <a:t>Short Presentation Title</a:t>
            </a:r>
            <a:endParaRPr lang="en-US" dirty="0"/>
          </a:p>
        </p:txBody>
      </p:sp>
      <p:sp>
        <p:nvSpPr>
          <p:cNvPr id="5" name="Rectangle 4"/>
          <p:cNvSpPr/>
          <p:nvPr userDrawn="1"/>
        </p:nvSpPr>
        <p:spPr bwMode="gray">
          <a:xfrm>
            <a:off x="324000" y="0"/>
            <a:ext cx="8496000" cy="162000"/>
          </a:xfrm>
          <a:prstGeom prst="rect">
            <a:avLst/>
          </a:prstGeom>
          <a:solidFill>
            <a:schemeClr val="accent1"/>
          </a:solidFill>
          <a:ln w="9525"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600" b="0" i="0" u="none" strike="noStrike" kern="0" cap="none" spc="0" normalizeH="0" baseline="0" noProof="0" dirty="0" err="1" smtClean="0">
              <a:ln>
                <a:noFill/>
              </a:ln>
              <a:effectLst/>
              <a:uLnTx/>
              <a:uFillTx/>
              <a:ea typeface="Arial Unicode MS" pitchFamily="34" charset="-128"/>
              <a:cs typeface="Arial Unicode MS" pitchFamily="34" charset="-128"/>
            </a:endParaRPr>
          </a:p>
        </p:txBody>
      </p:sp>
      <p:sp>
        <p:nvSpPr>
          <p:cNvPr id="6" name="Subtitle 2"/>
          <p:cNvSpPr>
            <a:spLocks noGrp="1"/>
          </p:cNvSpPr>
          <p:nvPr>
            <p:ph type="subTitle" idx="1" hasCustomPrompt="1"/>
          </p:nvPr>
        </p:nvSpPr>
        <p:spPr bwMode="gray">
          <a:xfrm>
            <a:off x="414000" y="1499870"/>
            <a:ext cx="7740000" cy="492443"/>
          </a:xfrm>
        </p:spPr>
        <p:txBody>
          <a:bodyPr anchor="b" anchorCtr="0">
            <a:noAutofit/>
          </a:bodyPr>
          <a:lstStyle>
            <a:lvl1pPr marL="0" marR="0" indent="0" algn="l" defTabSz="914400" rtl="0" eaLnBrk="1" fontAlgn="auto" latinLnBrk="0" hangingPunct="1">
              <a:lnSpc>
                <a:spcPct val="100000"/>
              </a:lnSpc>
              <a:spcBef>
                <a:spcPts val="0"/>
              </a:spcBef>
              <a:spcAft>
                <a:spcPts val="0"/>
              </a:spcAft>
              <a:buClr>
                <a:schemeClr val="accent1"/>
              </a:buClr>
              <a:buSzPct val="80000"/>
              <a:buFontTx/>
              <a:buNone/>
              <a:tabLst/>
              <a:defRPr sz="1600" b="0">
                <a:solidFill>
                  <a:sysClr val="windowText" lastClr="000000"/>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Speaker’s Name, SAP (delete if not needed)</a:t>
            </a:r>
            <a:br>
              <a:rPr lang="en-US" dirty="0" smtClean="0"/>
            </a:br>
            <a:r>
              <a:rPr lang="en-US" dirty="0" smtClean="0"/>
              <a:t>Month 00, 2016</a:t>
            </a:r>
          </a:p>
        </p:txBody>
      </p:sp>
      <p:sp>
        <p:nvSpPr>
          <p:cNvPr id="7" name="TextBox 6"/>
          <p:cNvSpPr txBox="1"/>
          <p:nvPr userDrawn="1"/>
        </p:nvSpPr>
        <p:spPr>
          <a:xfrm rot="21360000">
            <a:off x="2896863" y="3808216"/>
            <a:ext cx="3350276" cy="246221"/>
          </a:xfrm>
          <a:prstGeom prst="rect">
            <a:avLst/>
          </a:prstGeom>
          <a:noFill/>
        </p:spPr>
        <p:txBody>
          <a:bodyPr wrap="none" lIns="0" tIns="0" rIns="0" bIns="0" rtlCol="0">
            <a:spAutoFit/>
          </a:bodyPr>
          <a:lstStyle/>
          <a:p>
            <a:pPr fontAlgn="base">
              <a:spcBef>
                <a:spcPct val="50000"/>
              </a:spcBef>
              <a:spcAft>
                <a:spcPct val="0"/>
              </a:spcAft>
              <a:buClr>
                <a:srgbClr val="F0AB00"/>
              </a:buClr>
              <a:buSzPct val="80000"/>
            </a:pPr>
            <a:r>
              <a:rPr lang="en-US" sz="1600" kern="0" dirty="0" smtClean="0">
                <a:solidFill>
                  <a:schemeClr val="tx1"/>
                </a:solidFill>
                <a:ea typeface="Arial Unicode MS" pitchFamily="34" charset="-128"/>
                <a:cs typeface="Arial Unicode MS" pitchFamily="34" charset="-128"/>
              </a:rPr>
              <a:t>Use this title slide only with an</a:t>
            </a:r>
            <a:r>
              <a:rPr lang="en-US" sz="1600" kern="0" baseline="0" dirty="0" smtClean="0">
                <a:solidFill>
                  <a:schemeClr val="tx1"/>
                </a:solidFill>
                <a:ea typeface="Arial Unicode MS" pitchFamily="34" charset="-128"/>
                <a:cs typeface="Arial Unicode MS" pitchFamily="34" charset="-128"/>
              </a:rPr>
              <a:t> image</a:t>
            </a:r>
            <a:endParaRPr lang="en-US" sz="1600" kern="0" dirty="0" smtClean="0">
              <a:solidFill>
                <a:schemeClr val="tx1"/>
              </a:solidFill>
              <a:ea typeface="Arial Unicode MS" pitchFamily="34" charset="-128"/>
              <a:cs typeface="Arial Unicode MS" pitchFamily="34" charset="-128"/>
            </a:endParaRPr>
          </a:p>
        </p:txBody>
      </p:sp>
      <p:pic>
        <p:nvPicPr>
          <p:cNvPr id="8" name="Picture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25438" y="6083725"/>
            <a:ext cx="916759" cy="453600"/>
          </a:xfrm>
          <a:prstGeom prst="rect">
            <a:avLst/>
          </a:prstGeom>
        </p:spPr>
      </p:pic>
    </p:spTree>
    <p:extLst>
      <p:ext uri="{BB962C8B-B14F-4D97-AF65-F5344CB8AC3E}">
        <p14:creationId xmlns:p14="http://schemas.microsoft.com/office/powerpoint/2010/main" val="33513651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Title with picture - two lines">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3" name="Rectangle 2"/>
          <p:cNvSpPr/>
          <p:nvPr/>
        </p:nvSpPr>
        <p:spPr bwMode="gray">
          <a:xfrm>
            <a:off x="324000" y="-1"/>
            <a:ext cx="8496000" cy="2160000"/>
          </a:xfrm>
          <a:prstGeom prst="rect">
            <a:avLst/>
          </a:prstGeom>
          <a:solidFill>
            <a:schemeClr val="bg1">
              <a:alpha val="75000"/>
            </a:schemeClr>
          </a:solidFill>
          <a:ln w="635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b="0" i="0" u="none" strike="noStrike" kern="0" cap="none" spc="0" normalizeH="0" baseline="0" noProof="0" dirty="0" smtClean="0">
              <a:ln>
                <a:noFill/>
              </a:ln>
              <a:effectLst/>
              <a:uLnTx/>
              <a:uFillTx/>
              <a:ea typeface="Arial Unicode MS" pitchFamily="34" charset="-128"/>
              <a:cs typeface="Arial Unicode MS" pitchFamily="34" charset="-128"/>
            </a:endParaRPr>
          </a:p>
        </p:txBody>
      </p:sp>
      <p:sp>
        <p:nvSpPr>
          <p:cNvPr id="5" name="Rectangle 4"/>
          <p:cNvSpPr/>
          <p:nvPr/>
        </p:nvSpPr>
        <p:spPr bwMode="gray">
          <a:xfrm>
            <a:off x="324000" y="0"/>
            <a:ext cx="8496000" cy="162000"/>
          </a:xfrm>
          <a:prstGeom prst="rect">
            <a:avLst/>
          </a:prstGeom>
          <a:solidFill>
            <a:schemeClr val="accent1"/>
          </a:solidFill>
          <a:ln w="9525"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600" b="0" i="0" u="none" strike="noStrike" kern="0" cap="none" spc="0" normalizeH="0" baseline="0" noProof="0" dirty="0" err="1" smtClean="0">
              <a:ln>
                <a:noFill/>
              </a:ln>
              <a:effectLst/>
              <a:uLnTx/>
              <a:uFillTx/>
              <a:ea typeface="Arial Unicode MS" pitchFamily="34" charset="-128"/>
              <a:cs typeface="Arial Unicode MS" pitchFamily="34" charset="-128"/>
            </a:endParaRPr>
          </a:p>
        </p:txBody>
      </p:sp>
      <p:sp>
        <p:nvSpPr>
          <p:cNvPr id="6" name="Subtitle 2"/>
          <p:cNvSpPr>
            <a:spLocks noGrp="1"/>
          </p:cNvSpPr>
          <p:nvPr>
            <p:ph type="subTitle" idx="1" hasCustomPrompt="1"/>
          </p:nvPr>
        </p:nvSpPr>
        <p:spPr bwMode="gray">
          <a:xfrm>
            <a:off x="414000" y="1499870"/>
            <a:ext cx="7740000" cy="492443"/>
          </a:xfrm>
        </p:spPr>
        <p:txBody>
          <a:bodyPr anchor="b" anchorCtr="0">
            <a:noAutofit/>
          </a:bodyPr>
          <a:lstStyle>
            <a:lvl1pPr marL="0" marR="0" indent="0" algn="l" defTabSz="914400" rtl="0" eaLnBrk="1" fontAlgn="auto" latinLnBrk="0" hangingPunct="1">
              <a:lnSpc>
                <a:spcPct val="100000"/>
              </a:lnSpc>
              <a:spcBef>
                <a:spcPts val="0"/>
              </a:spcBef>
              <a:spcAft>
                <a:spcPts val="0"/>
              </a:spcAft>
              <a:buClr>
                <a:schemeClr val="accent1"/>
              </a:buClr>
              <a:buSzPct val="80000"/>
              <a:buFontTx/>
              <a:buNone/>
              <a:tabLst/>
              <a:defRPr sz="1600" b="0">
                <a:solidFill>
                  <a:sysClr val="windowText" lastClr="000000"/>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Speaker’s Name, SAP (delete if not needed)</a:t>
            </a:r>
            <a:br>
              <a:rPr lang="en-US" dirty="0" smtClean="0"/>
            </a:br>
            <a:r>
              <a:rPr lang="en-US" dirty="0" smtClean="0"/>
              <a:t>Month 00, 2016</a:t>
            </a:r>
          </a:p>
        </p:txBody>
      </p:sp>
      <p:sp>
        <p:nvSpPr>
          <p:cNvPr id="9" name="Title 1"/>
          <p:cNvSpPr>
            <a:spLocks noGrp="1"/>
          </p:cNvSpPr>
          <p:nvPr>
            <p:ph type="ctrTitle" hasCustomPrompt="1"/>
          </p:nvPr>
        </p:nvSpPr>
        <p:spPr bwMode="gray">
          <a:xfrm>
            <a:off x="414000" y="324000"/>
            <a:ext cx="7740000" cy="923330"/>
          </a:xfrm>
        </p:spPr>
        <p:txBody>
          <a:bodyPr anchor="t" anchorCtr="0">
            <a:noAutofit/>
          </a:bodyPr>
          <a:lstStyle>
            <a:lvl1pPr>
              <a:defRPr sz="3000">
                <a:solidFill>
                  <a:sysClr val="windowText" lastClr="000000"/>
                </a:solidFill>
                <a:latin typeface="+mj-lt"/>
              </a:defRPr>
            </a:lvl1pPr>
          </a:lstStyle>
          <a:p>
            <a:r>
              <a:rPr lang="en-US" sz="3000" dirty="0" smtClean="0"/>
              <a:t>Alternate Presentation Title</a:t>
            </a:r>
            <a:br>
              <a:rPr lang="en-US" sz="3000" dirty="0" smtClean="0"/>
            </a:br>
            <a:r>
              <a:rPr lang="en-US" sz="3000" dirty="0" smtClean="0"/>
              <a:t>Breaks to Two Lines</a:t>
            </a:r>
            <a:endParaRPr lang="en-US" dirty="0"/>
          </a:p>
        </p:txBody>
      </p:sp>
      <p:sp>
        <p:nvSpPr>
          <p:cNvPr id="10" name="TextBox 9"/>
          <p:cNvSpPr txBox="1"/>
          <p:nvPr/>
        </p:nvSpPr>
        <p:spPr>
          <a:xfrm rot="21360000">
            <a:off x="2896863" y="3808216"/>
            <a:ext cx="3350276" cy="246221"/>
          </a:xfrm>
          <a:prstGeom prst="rect">
            <a:avLst/>
          </a:prstGeom>
          <a:noFill/>
        </p:spPr>
        <p:txBody>
          <a:bodyPr wrap="none" lIns="0" tIns="0" rIns="0" bIns="0" rtlCol="0">
            <a:spAutoFit/>
          </a:bodyPr>
          <a:lstStyle/>
          <a:p>
            <a:pPr fontAlgn="base">
              <a:spcBef>
                <a:spcPct val="50000"/>
              </a:spcBef>
              <a:spcAft>
                <a:spcPct val="0"/>
              </a:spcAft>
              <a:buClr>
                <a:srgbClr val="F0AB00"/>
              </a:buClr>
              <a:buSzPct val="80000"/>
            </a:pPr>
            <a:r>
              <a:rPr lang="en-US" sz="1600" kern="0" dirty="0" smtClean="0">
                <a:solidFill>
                  <a:schemeClr val="tx1"/>
                </a:solidFill>
                <a:ea typeface="Arial Unicode MS" pitchFamily="34" charset="-128"/>
                <a:cs typeface="Arial Unicode MS" pitchFamily="34" charset="-128"/>
              </a:rPr>
              <a:t>Use this title slide only with an</a:t>
            </a:r>
            <a:r>
              <a:rPr lang="en-US" sz="1600" kern="0" baseline="0" dirty="0" smtClean="0">
                <a:solidFill>
                  <a:schemeClr val="tx1"/>
                </a:solidFill>
                <a:ea typeface="Arial Unicode MS" pitchFamily="34" charset="-128"/>
                <a:cs typeface="Arial Unicode MS" pitchFamily="34" charset="-128"/>
              </a:rPr>
              <a:t> image</a:t>
            </a:r>
            <a:endParaRPr lang="en-US" sz="1600" kern="0" dirty="0" smtClean="0">
              <a:solidFill>
                <a:schemeClr val="tx1"/>
              </a:solidFill>
              <a:ea typeface="Arial Unicode MS" pitchFamily="34" charset="-128"/>
              <a:cs typeface="Arial Unicode MS" pitchFamily="34" charset="-128"/>
            </a:endParaRPr>
          </a:p>
        </p:txBody>
      </p:sp>
      <p:pic>
        <p:nvPicPr>
          <p:cNvPr id="8" name="Picture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25438" y="6083725"/>
            <a:ext cx="916759" cy="453600"/>
          </a:xfrm>
          <a:prstGeom prst="rect">
            <a:avLst/>
          </a:prstGeom>
        </p:spPr>
      </p:pic>
    </p:spTree>
    <p:extLst>
      <p:ext uri="{BB962C8B-B14F-4D97-AF65-F5344CB8AC3E}">
        <p14:creationId xmlns:p14="http://schemas.microsoft.com/office/powerpoint/2010/main" val="10399929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 short">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24000" y="324000"/>
            <a:ext cx="7740000" cy="738000"/>
          </a:xfrm>
        </p:spPr>
        <p:txBody>
          <a:bodyPr anchor="t" anchorCtr="0">
            <a:noAutofit/>
          </a:bodyPr>
          <a:lstStyle>
            <a:lvl1pPr>
              <a:defRPr sz="4800">
                <a:solidFill>
                  <a:schemeClr val="tx1"/>
                </a:solidFill>
              </a:defRPr>
            </a:lvl1pPr>
          </a:lstStyle>
          <a:p>
            <a:r>
              <a:rPr lang="en-US" dirty="0" smtClean="0"/>
              <a:t>Short Presentation Title</a:t>
            </a:r>
            <a:endParaRPr lang="en-US" dirty="0"/>
          </a:p>
        </p:txBody>
      </p:sp>
      <p:sp>
        <p:nvSpPr>
          <p:cNvPr id="6" name="Subtitle 2"/>
          <p:cNvSpPr>
            <a:spLocks noGrp="1"/>
          </p:cNvSpPr>
          <p:nvPr>
            <p:ph type="subTitle" idx="1" hasCustomPrompt="1"/>
          </p:nvPr>
        </p:nvSpPr>
        <p:spPr bwMode="gray">
          <a:xfrm>
            <a:off x="324000" y="1499870"/>
            <a:ext cx="7740000" cy="492443"/>
          </a:xfrm>
        </p:spPr>
        <p:txBody>
          <a:bodyPr anchor="b" anchorCtr="0">
            <a:noAutofit/>
          </a:bodyPr>
          <a:lstStyle>
            <a:lvl1pPr marL="0" marR="0" indent="0" algn="l" defTabSz="914400" rtl="0" eaLnBrk="1" fontAlgn="auto" latinLnBrk="0" hangingPunct="1">
              <a:lnSpc>
                <a:spcPct val="100000"/>
              </a:lnSpc>
              <a:spcBef>
                <a:spcPts val="0"/>
              </a:spcBef>
              <a:spcAft>
                <a:spcPts val="0"/>
              </a:spcAft>
              <a:buClr>
                <a:schemeClr val="accent1"/>
              </a:buClr>
              <a:buSzPct val="80000"/>
              <a:buFontTx/>
              <a:buNone/>
              <a:tabLst/>
              <a:defRPr sz="1600" b="0">
                <a:solidFill>
                  <a:sysClr val="windowText" lastClr="000000"/>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Speaker’s Name, SAP (delete if not needed)</a:t>
            </a:r>
            <a:br>
              <a:rPr lang="en-US" dirty="0" smtClean="0"/>
            </a:br>
            <a:r>
              <a:rPr lang="en-US" dirty="0" smtClean="0"/>
              <a:t>Month 00, 2016</a:t>
            </a:r>
          </a:p>
        </p:txBody>
      </p:sp>
      <p:sp>
        <p:nvSpPr>
          <p:cNvPr id="5" name="Rectangle 4"/>
          <p:cNvSpPr/>
          <p:nvPr userDrawn="1"/>
        </p:nvSpPr>
        <p:spPr bwMode="gray">
          <a:xfrm>
            <a:off x="324000" y="0"/>
            <a:ext cx="8496000" cy="162000"/>
          </a:xfrm>
          <a:prstGeom prst="rect">
            <a:avLst/>
          </a:prstGeom>
          <a:solidFill>
            <a:schemeClr val="accent1"/>
          </a:solidFill>
          <a:ln w="9525"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600" b="0" i="0" u="none" strike="noStrike" kern="0" cap="none" spc="0" normalizeH="0" baseline="0" noProof="0" dirty="0" err="1" smtClean="0">
              <a:ln>
                <a:noFill/>
              </a:ln>
              <a:effectLst/>
              <a:uLnTx/>
              <a:uFillTx/>
              <a:ea typeface="Arial Unicode MS" pitchFamily="34" charset="-128"/>
              <a:cs typeface="Arial Unicode MS" pitchFamily="34" charset="-128"/>
            </a:endParaRPr>
          </a:p>
        </p:txBody>
      </p:sp>
      <p:pic>
        <p:nvPicPr>
          <p:cNvPr id="7" name="Picture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25438" y="6083725"/>
            <a:ext cx="916759" cy="453600"/>
          </a:xfrm>
          <a:prstGeom prst="rect">
            <a:avLst/>
          </a:prstGeom>
        </p:spPr>
      </p:pic>
    </p:spTree>
    <p:extLst>
      <p:ext uri="{BB962C8B-B14F-4D97-AF65-F5344CB8AC3E}">
        <p14:creationId xmlns:p14="http://schemas.microsoft.com/office/powerpoint/2010/main" val="274027774"/>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Title  - two lines">
    <p:bg>
      <p:bgRef idx="1001">
        <a:schemeClr val="bg1"/>
      </p:bgRef>
    </p:bg>
    <p:spTree>
      <p:nvGrpSpPr>
        <p:cNvPr id="1" name=""/>
        <p:cNvGrpSpPr/>
        <p:nvPr/>
      </p:nvGrpSpPr>
      <p:grpSpPr>
        <a:xfrm>
          <a:off x="0" y="0"/>
          <a:ext cx="0" cy="0"/>
          <a:chOff x="0" y="0"/>
          <a:chExt cx="0" cy="0"/>
        </a:xfrm>
      </p:grpSpPr>
      <p:sp>
        <p:nvSpPr>
          <p:cNvPr id="6" name="Subtitle 2"/>
          <p:cNvSpPr>
            <a:spLocks noGrp="1"/>
          </p:cNvSpPr>
          <p:nvPr>
            <p:ph type="subTitle" idx="1" hasCustomPrompt="1"/>
          </p:nvPr>
        </p:nvSpPr>
        <p:spPr bwMode="gray">
          <a:xfrm>
            <a:off x="324000" y="1499870"/>
            <a:ext cx="7740000" cy="492443"/>
          </a:xfrm>
        </p:spPr>
        <p:txBody>
          <a:bodyPr anchor="b" anchorCtr="0">
            <a:noAutofit/>
          </a:bodyPr>
          <a:lstStyle>
            <a:lvl1pPr marL="0" marR="0" indent="0" algn="l" defTabSz="914400" rtl="0" eaLnBrk="1" fontAlgn="auto" latinLnBrk="0" hangingPunct="1">
              <a:lnSpc>
                <a:spcPct val="100000"/>
              </a:lnSpc>
              <a:spcBef>
                <a:spcPts val="0"/>
              </a:spcBef>
              <a:spcAft>
                <a:spcPts val="0"/>
              </a:spcAft>
              <a:buClr>
                <a:schemeClr val="accent1"/>
              </a:buClr>
              <a:buSzPct val="80000"/>
              <a:buFontTx/>
              <a:buNone/>
              <a:tabLst/>
              <a:defRPr sz="1600" b="0">
                <a:solidFill>
                  <a:sysClr val="windowText" lastClr="000000"/>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Speaker’s Name, SAP (delete if not needed)</a:t>
            </a:r>
            <a:br>
              <a:rPr lang="en-US" dirty="0" smtClean="0"/>
            </a:br>
            <a:r>
              <a:rPr lang="en-US" dirty="0" smtClean="0"/>
              <a:t>Month 00, 2016</a:t>
            </a:r>
          </a:p>
        </p:txBody>
      </p:sp>
      <p:sp>
        <p:nvSpPr>
          <p:cNvPr id="9" name="Title 1"/>
          <p:cNvSpPr>
            <a:spLocks noGrp="1"/>
          </p:cNvSpPr>
          <p:nvPr>
            <p:ph type="ctrTitle" hasCustomPrompt="1"/>
          </p:nvPr>
        </p:nvSpPr>
        <p:spPr bwMode="gray">
          <a:xfrm>
            <a:off x="324000" y="324000"/>
            <a:ext cx="7740000" cy="923330"/>
          </a:xfrm>
        </p:spPr>
        <p:txBody>
          <a:bodyPr anchor="t" anchorCtr="0">
            <a:noAutofit/>
          </a:bodyPr>
          <a:lstStyle>
            <a:lvl1pPr>
              <a:defRPr sz="3000">
                <a:solidFill>
                  <a:sysClr val="windowText" lastClr="000000"/>
                </a:solidFill>
                <a:latin typeface="+mj-lt"/>
              </a:defRPr>
            </a:lvl1pPr>
          </a:lstStyle>
          <a:p>
            <a:r>
              <a:rPr lang="en-US" sz="3000" dirty="0" smtClean="0"/>
              <a:t>Alternate Presentation Title</a:t>
            </a:r>
            <a:br>
              <a:rPr lang="en-US" sz="3000" dirty="0" smtClean="0"/>
            </a:br>
            <a:r>
              <a:rPr lang="en-US" sz="3000" dirty="0" smtClean="0"/>
              <a:t>Breaks to Two Lines</a:t>
            </a:r>
            <a:endParaRPr lang="en-US" dirty="0"/>
          </a:p>
        </p:txBody>
      </p:sp>
      <p:sp>
        <p:nvSpPr>
          <p:cNvPr id="5" name="Rectangle 4"/>
          <p:cNvSpPr/>
          <p:nvPr/>
        </p:nvSpPr>
        <p:spPr bwMode="gray">
          <a:xfrm>
            <a:off x="324000" y="0"/>
            <a:ext cx="8496000" cy="162000"/>
          </a:xfrm>
          <a:prstGeom prst="rect">
            <a:avLst/>
          </a:prstGeom>
          <a:solidFill>
            <a:schemeClr val="accent1"/>
          </a:solidFill>
          <a:ln w="9525"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600" b="0" i="0" u="none" strike="noStrike" kern="0" cap="none" spc="0" normalizeH="0" baseline="0" noProof="0" dirty="0" err="1" smtClean="0">
              <a:ln>
                <a:noFill/>
              </a:ln>
              <a:effectLst/>
              <a:uLnTx/>
              <a:uFillTx/>
              <a:ea typeface="Arial Unicode MS" pitchFamily="34" charset="-128"/>
              <a:cs typeface="Arial Unicode MS" pitchFamily="34" charset="-128"/>
            </a:endParaRPr>
          </a:p>
        </p:txBody>
      </p:sp>
      <p:pic>
        <p:nvPicPr>
          <p:cNvPr id="7" name="Picture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25438" y="6083725"/>
            <a:ext cx="916759" cy="453600"/>
          </a:xfrm>
          <a:prstGeom prst="rect">
            <a:avLst/>
          </a:prstGeom>
        </p:spPr>
      </p:pic>
    </p:spTree>
    <p:extLst>
      <p:ext uri="{BB962C8B-B14F-4D97-AF65-F5344CB8AC3E}">
        <p14:creationId xmlns:p14="http://schemas.microsoft.com/office/powerpoint/2010/main" val="2863684981"/>
      </p:ext>
    </p:extLst>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Divider Page">
    <p:bg bwMode="gray">
      <p:bgRef idx="1001">
        <a:schemeClr val="bg1"/>
      </p:bgRef>
    </p:bg>
    <p:spTree>
      <p:nvGrpSpPr>
        <p:cNvPr id="1" name=""/>
        <p:cNvGrpSpPr/>
        <p:nvPr/>
      </p:nvGrpSpPr>
      <p:grpSpPr>
        <a:xfrm>
          <a:off x="0" y="0"/>
          <a:ext cx="0" cy="0"/>
          <a:chOff x="0" y="0"/>
          <a:chExt cx="0" cy="0"/>
        </a:xfrm>
      </p:grpSpPr>
      <p:sp>
        <p:nvSpPr>
          <p:cNvPr id="9" name="Rectangle 8"/>
          <p:cNvSpPr/>
          <p:nvPr userDrawn="1"/>
        </p:nvSpPr>
        <p:spPr bwMode="gray">
          <a:xfrm>
            <a:off x="324150" y="0"/>
            <a:ext cx="8496000" cy="2295525"/>
          </a:xfrm>
          <a:prstGeom prst="rect">
            <a:avLst/>
          </a:prstGeom>
          <a:solidFill>
            <a:schemeClr val="accent1"/>
          </a:solidFill>
          <a:ln w="9525"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600" b="0" i="0" u="none" strike="noStrike" kern="0" cap="none" spc="0" normalizeH="0" baseline="0" noProof="0" dirty="0" err="1" smtClean="0">
              <a:ln>
                <a:noFill/>
              </a:ln>
              <a:effectLst/>
              <a:uLnTx/>
              <a:uFillTx/>
              <a:ea typeface="Arial Unicode MS" pitchFamily="34" charset="-128"/>
              <a:cs typeface="Arial Unicode MS" pitchFamily="34" charset="-128"/>
            </a:endParaRPr>
          </a:p>
        </p:txBody>
      </p:sp>
      <p:sp>
        <p:nvSpPr>
          <p:cNvPr id="2" name="Title 1"/>
          <p:cNvSpPr>
            <a:spLocks noGrp="1"/>
          </p:cNvSpPr>
          <p:nvPr>
            <p:ph type="ctrTitle" hasCustomPrompt="1"/>
          </p:nvPr>
        </p:nvSpPr>
        <p:spPr bwMode="gray">
          <a:xfrm>
            <a:off x="324000" y="2444400"/>
            <a:ext cx="8496000" cy="738664"/>
          </a:xfrm>
        </p:spPr>
        <p:txBody>
          <a:bodyPr anchor="t" anchorCtr="0">
            <a:noAutofit/>
          </a:bodyPr>
          <a:lstStyle>
            <a:lvl1pPr>
              <a:defRPr sz="4800">
                <a:solidFill>
                  <a:schemeClr val="tx1"/>
                </a:solidFill>
                <a:latin typeface="+mj-lt"/>
              </a:defRPr>
            </a:lvl1pPr>
          </a:lstStyle>
          <a:p>
            <a:r>
              <a:rPr lang="en-US" dirty="0" smtClean="0"/>
              <a:t>Divider page</a:t>
            </a:r>
            <a:endParaRPr lang="en-US" dirty="0"/>
          </a:p>
        </p:txBody>
      </p:sp>
      <p:sp>
        <p:nvSpPr>
          <p:cNvPr id="93" name="Text Placeholder 92"/>
          <p:cNvSpPr>
            <a:spLocks noGrp="1"/>
          </p:cNvSpPr>
          <p:nvPr>
            <p:ph type="body" sz="quarter" idx="10" hasCustomPrompt="1"/>
          </p:nvPr>
        </p:nvSpPr>
        <p:spPr>
          <a:xfrm>
            <a:off x="324000" y="3506400"/>
            <a:ext cx="8496300" cy="620713"/>
          </a:xfrm>
        </p:spPr>
        <p:txBody>
          <a:bodyPr/>
          <a:lstStyle>
            <a:lvl1pPr>
              <a:spcBef>
                <a:spcPts val="1200"/>
              </a:spcBef>
              <a:defRPr sz="1600" b="0"/>
            </a:lvl1pPr>
          </a:lstStyle>
          <a:p>
            <a:r>
              <a:rPr lang="en-US" dirty="0" smtClean="0"/>
              <a:t>Subtitle if needed</a:t>
            </a:r>
          </a:p>
        </p:txBody>
      </p:sp>
      <p:pic>
        <p:nvPicPr>
          <p:cNvPr id="6" name="Picture 5"/>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25438" y="6083725"/>
            <a:ext cx="916759" cy="453600"/>
          </a:xfrm>
          <a:prstGeom prst="rect">
            <a:avLst/>
          </a:prstGeom>
        </p:spPr>
      </p:pic>
    </p:spTree>
    <p:extLst>
      <p:ext uri="{BB962C8B-B14F-4D97-AF65-F5344CB8AC3E}">
        <p14:creationId xmlns:p14="http://schemas.microsoft.com/office/powerpoint/2010/main" val="1627476961"/>
      </p:ext>
    </p:extLst>
  </p:cSld>
  <p:clrMapOvr>
    <a:overrideClrMapping bg1="lt1" tx1="dk1" bg2="lt2" tx2="dk2" accent1="accent1" accent2="accent2" accent3="accent3" accent4="accent4" accent5="accent5" accent6="accent6" hlink="hlink" folHlink="folHlink"/>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Divider Page with picture">
    <p:bg bwMode="gray">
      <p:bgRef idx="1001">
        <a:schemeClr val="bg1"/>
      </p:bgRef>
    </p:bg>
    <p:spTree>
      <p:nvGrpSpPr>
        <p:cNvPr id="1" name=""/>
        <p:cNvGrpSpPr/>
        <p:nvPr/>
      </p:nvGrpSpPr>
      <p:grpSpPr>
        <a:xfrm>
          <a:off x="0" y="0"/>
          <a:ext cx="0" cy="0"/>
          <a:chOff x="0" y="0"/>
          <a:chExt cx="0" cy="0"/>
        </a:xfrm>
      </p:grpSpPr>
      <p:sp>
        <p:nvSpPr>
          <p:cNvPr id="8" name="Picture Placeholder 7"/>
          <p:cNvSpPr>
            <a:spLocks noGrp="1"/>
          </p:cNvSpPr>
          <p:nvPr>
            <p:ph type="pic" sz="quarter" idx="11"/>
          </p:nvPr>
        </p:nvSpPr>
        <p:spPr>
          <a:xfrm>
            <a:off x="324000" y="162000"/>
            <a:ext cx="8496000" cy="2134800"/>
          </a:xfrm>
          <a:solidFill>
            <a:schemeClr val="bg1">
              <a:lumMod val="95000"/>
            </a:schemeClr>
          </a:solidFill>
        </p:spPr>
        <p:txBody>
          <a:bodyPr tIns="504000" anchor="t" anchorCtr="0"/>
          <a:lstStyle>
            <a:lvl1pPr algn="ctr">
              <a:defRPr b="0"/>
            </a:lvl1pPr>
          </a:lstStyle>
          <a:p>
            <a:r>
              <a:rPr lang="en-US" smtClean="0"/>
              <a:t>Click icon to add picture</a:t>
            </a:r>
            <a:endParaRPr lang="en-US" dirty="0"/>
          </a:p>
        </p:txBody>
      </p:sp>
      <p:sp>
        <p:nvSpPr>
          <p:cNvPr id="2" name="Title 1"/>
          <p:cNvSpPr>
            <a:spLocks noGrp="1"/>
          </p:cNvSpPr>
          <p:nvPr>
            <p:ph type="ctrTitle" hasCustomPrompt="1"/>
          </p:nvPr>
        </p:nvSpPr>
        <p:spPr bwMode="gray">
          <a:xfrm>
            <a:off x="324000" y="2444400"/>
            <a:ext cx="8496000" cy="738664"/>
          </a:xfrm>
        </p:spPr>
        <p:txBody>
          <a:bodyPr anchor="t" anchorCtr="0">
            <a:noAutofit/>
          </a:bodyPr>
          <a:lstStyle>
            <a:lvl1pPr>
              <a:defRPr sz="4800">
                <a:solidFill>
                  <a:schemeClr val="tx1"/>
                </a:solidFill>
                <a:latin typeface="+mj-lt"/>
              </a:defRPr>
            </a:lvl1pPr>
          </a:lstStyle>
          <a:p>
            <a:r>
              <a:rPr lang="en-US" dirty="0" smtClean="0"/>
              <a:t>Divider page</a:t>
            </a:r>
            <a:endParaRPr lang="en-US" dirty="0"/>
          </a:p>
        </p:txBody>
      </p:sp>
      <p:sp>
        <p:nvSpPr>
          <p:cNvPr id="12" name="Rectangle 11"/>
          <p:cNvSpPr/>
          <p:nvPr userDrawn="1"/>
        </p:nvSpPr>
        <p:spPr bwMode="gray">
          <a:xfrm>
            <a:off x="324000" y="0"/>
            <a:ext cx="8496000" cy="162000"/>
          </a:xfrm>
          <a:prstGeom prst="rect">
            <a:avLst/>
          </a:prstGeom>
          <a:solidFill>
            <a:schemeClr val="accent1"/>
          </a:solidFill>
          <a:ln w="9525"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600" b="0" i="0" u="none" strike="noStrike" kern="0" cap="none" spc="0" normalizeH="0" baseline="0" noProof="0" dirty="0" err="1" smtClean="0">
              <a:ln>
                <a:noFill/>
              </a:ln>
              <a:effectLst/>
              <a:uLnTx/>
              <a:uFillTx/>
              <a:ea typeface="Arial Unicode MS" pitchFamily="34" charset="-128"/>
              <a:cs typeface="Arial Unicode MS" pitchFamily="34" charset="-128"/>
            </a:endParaRPr>
          </a:p>
        </p:txBody>
      </p:sp>
      <p:sp>
        <p:nvSpPr>
          <p:cNvPr id="93" name="Text Placeholder 92"/>
          <p:cNvSpPr>
            <a:spLocks noGrp="1"/>
          </p:cNvSpPr>
          <p:nvPr>
            <p:ph type="body" sz="quarter" idx="10" hasCustomPrompt="1"/>
          </p:nvPr>
        </p:nvSpPr>
        <p:spPr>
          <a:xfrm>
            <a:off x="324000" y="3506400"/>
            <a:ext cx="8496300" cy="620713"/>
          </a:xfrm>
        </p:spPr>
        <p:txBody>
          <a:bodyPr/>
          <a:lstStyle>
            <a:lvl1pPr>
              <a:spcBef>
                <a:spcPts val="1200"/>
              </a:spcBef>
              <a:defRPr sz="1600" b="0"/>
            </a:lvl1pPr>
          </a:lstStyle>
          <a:p>
            <a:r>
              <a:rPr lang="en-US" dirty="0" smtClean="0"/>
              <a:t>Subtitle if needed</a:t>
            </a:r>
          </a:p>
        </p:txBody>
      </p:sp>
      <p:pic>
        <p:nvPicPr>
          <p:cNvPr id="7" name="Picture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25438" y="6083725"/>
            <a:ext cx="916759" cy="453600"/>
          </a:xfrm>
          <a:prstGeom prst="rect">
            <a:avLst/>
          </a:prstGeom>
        </p:spPr>
      </p:pic>
    </p:spTree>
    <p:extLst>
      <p:ext uri="{BB962C8B-B14F-4D97-AF65-F5344CB8AC3E}">
        <p14:creationId xmlns:p14="http://schemas.microsoft.com/office/powerpoint/2010/main" val="478173984"/>
      </p:ext>
    </p:extLst>
  </p:cSld>
  <p:clrMapOvr>
    <a:overrideClrMapping bg1="lt1" tx1="dk1" bg2="lt2" tx2="dk2" accent1="accent1" accent2="accent2" accent3="accent3" accent4="accent4" accent5="accent5" accent6="accent6" hlink="hlink" folHlink="folHlink"/>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Contact / Thank You">
    <p:bg bwMode="gray">
      <p:bgRef idx="1001">
        <a:schemeClr val="bg1"/>
      </p:bgRef>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bwMode="gray">
          <a:xfrm>
            <a:off x="324000" y="2444400"/>
            <a:ext cx="5292000" cy="738664"/>
          </a:xfrm>
        </p:spPr>
        <p:txBody>
          <a:bodyPr anchor="t" anchorCtr="0">
            <a:noAutofit/>
          </a:bodyPr>
          <a:lstStyle>
            <a:lvl1pPr>
              <a:defRPr sz="4800">
                <a:solidFill>
                  <a:schemeClr val="tx1"/>
                </a:solidFill>
                <a:latin typeface="+mj-lt"/>
              </a:defRPr>
            </a:lvl1pPr>
          </a:lstStyle>
          <a:p>
            <a:r>
              <a:rPr lang="en-US" dirty="0" smtClean="0"/>
              <a:t>Thank you</a:t>
            </a:r>
            <a:endParaRPr lang="en-US" dirty="0"/>
          </a:p>
        </p:txBody>
      </p:sp>
      <p:sp>
        <p:nvSpPr>
          <p:cNvPr id="12" name="Rectangle 11"/>
          <p:cNvSpPr/>
          <p:nvPr userDrawn="1"/>
        </p:nvSpPr>
        <p:spPr bwMode="gray">
          <a:xfrm>
            <a:off x="324000" y="0"/>
            <a:ext cx="8496000" cy="162000"/>
          </a:xfrm>
          <a:prstGeom prst="rect">
            <a:avLst/>
          </a:prstGeom>
          <a:solidFill>
            <a:schemeClr val="accent1"/>
          </a:solidFill>
          <a:ln w="9525"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600" b="0" i="0" u="none" strike="noStrike" kern="0" cap="none" spc="0" normalizeH="0" baseline="0" noProof="0" dirty="0" err="1" smtClean="0">
              <a:ln>
                <a:noFill/>
              </a:ln>
              <a:effectLst/>
              <a:uLnTx/>
              <a:uFillTx/>
              <a:ea typeface="Arial Unicode MS" pitchFamily="34" charset="-128"/>
              <a:cs typeface="Arial Unicode MS" pitchFamily="34" charset="-128"/>
            </a:endParaRPr>
          </a:p>
        </p:txBody>
      </p:sp>
      <p:sp>
        <p:nvSpPr>
          <p:cNvPr id="93" name="Text Placeholder 92"/>
          <p:cNvSpPr>
            <a:spLocks noGrp="1"/>
          </p:cNvSpPr>
          <p:nvPr>
            <p:ph type="body" sz="quarter" idx="10" hasCustomPrompt="1"/>
          </p:nvPr>
        </p:nvSpPr>
        <p:spPr>
          <a:xfrm>
            <a:off x="6300000" y="2556379"/>
            <a:ext cx="2520000" cy="3230646"/>
          </a:xfrm>
        </p:spPr>
        <p:txBody>
          <a:bodyPr anchor="t" anchorCtr="0">
            <a:noAutofit/>
          </a:bodyPr>
          <a:lstStyle>
            <a:lvl1pPr>
              <a:spcBef>
                <a:spcPts val="0"/>
              </a:spcBef>
              <a:defRPr sz="1400" b="0"/>
            </a:lvl1pPr>
          </a:lstStyle>
          <a:p>
            <a:r>
              <a:rPr lang="en-US" dirty="0" smtClean="0"/>
              <a:t>Contact information:</a:t>
            </a:r>
          </a:p>
          <a:p>
            <a:endParaRPr lang="en-US" dirty="0" smtClean="0"/>
          </a:p>
          <a:p>
            <a:r>
              <a:rPr lang="en-US" dirty="0" smtClean="0"/>
              <a:t>F name MI. L name</a:t>
            </a:r>
          </a:p>
          <a:p>
            <a:r>
              <a:rPr lang="en-US" dirty="0" smtClean="0"/>
              <a:t>Title</a:t>
            </a:r>
          </a:p>
          <a:p>
            <a:r>
              <a:rPr lang="en-US" dirty="0" smtClean="0"/>
              <a:t>Address</a:t>
            </a:r>
          </a:p>
          <a:p>
            <a:r>
              <a:rPr lang="en-US" dirty="0" smtClean="0"/>
              <a:t>Phone number</a:t>
            </a:r>
          </a:p>
        </p:txBody>
      </p:sp>
      <p:sp>
        <p:nvSpPr>
          <p:cNvPr id="8" name="TextBox 7"/>
          <p:cNvSpPr txBox="1"/>
          <p:nvPr userDrawn="1"/>
        </p:nvSpPr>
        <p:spPr bwMode="black">
          <a:xfrm>
            <a:off x="324000" y="6628489"/>
            <a:ext cx="3387713" cy="138499"/>
          </a:xfrm>
          <a:prstGeom prst="rect">
            <a:avLst/>
          </a:prstGeom>
          <a:noFill/>
        </p:spPr>
        <p:txBody>
          <a:bodyPr wrap="none" lIns="0" tIns="0" rIns="0" bIns="0" rtlCol="0">
            <a:spAutoFit/>
          </a:bodyPr>
          <a:lstStyle/>
          <a:p>
            <a:pPr marL="133350" indent="-133350" algn="l">
              <a:buClr>
                <a:schemeClr val="tx1"/>
              </a:buClr>
              <a:buFont typeface="Arial" pitchFamily="34" charset="0"/>
              <a:buChar char="©"/>
              <a:tabLst/>
            </a:pPr>
            <a:r>
              <a:rPr lang="en-US" sz="900" noProof="0" dirty="0" smtClean="0">
                <a:solidFill>
                  <a:schemeClr val="tx1"/>
                </a:solidFill>
              </a:rPr>
              <a:t>2016 SAP SE or an SAP affiliate company. All rights reserved.</a:t>
            </a:r>
          </a:p>
        </p:txBody>
      </p:sp>
      <p:pic>
        <p:nvPicPr>
          <p:cNvPr id="7" name="Picture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25437" y="478631"/>
            <a:ext cx="1833518" cy="907200"/>
          </a:xfrm>
          <a:prstGeom prst="rect">
            <a:avLst/>
          </a:prstGeom>
        </p:spPr>
      </p:pic>
    </p:spTree>
    <p:extLst>
      <p:ext uri="{BB962C8B-B14F-4D97-AF65-F5344CB8AC3E}">
        <p14:creationId xmlns:p14="http://schemas.microsoft.com/office/powerpoint/2010/main" val="545335027"/>
      </p:ext>
    </p:extLst>
  </p:cSld>
  <p:clrMapOvr>
    <a:overrideClrMapping bg1="lt1" tx1="dk1" bg2="lt2" tx2="dk2" accent1="accent1" accent2="accent2" accent3="accent3" accent4="accent4" accent5="accent5" accent6="accent6" hlink="hlink" folHlink="folHlink"/>
  </p:clrMapOvr>
  <p:hf sldNum="0" hdr="0" ftr="0" dt="0"/>
  <p:extLst mod="1">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Agenda">
    <p:bg bwMode="gray">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lvl1pPr>
          </a:lstStyle>
          <a:p>
            <a:r>
              <a:rPr lang="en-US" dirty="0" smtClean="0"/>
              <a:t>&lt;Agenda&gt;</a:t>
            </a:r>
            <a:endParaRPr lang="en-US" dirty="0"/>
          </a:p>
        </p:txBody>
      </p:sp>
      <p:sp>
        <p:nvSpPr>
          <p:cNvPr id="4" name="Text Placeholder 3"/>
          <p:cNvSpPr>
            <a:spLocks noGrp="1"/>
          </p:cNvSpPr>
          <p:nvPr>
            <p:ph type="body" sz="quarter" idx="10" hasCustomPrompt="1"/>
          </p:nvPr>
        </p:nvSpPr>
        <p:spPr>
          <a:xfrm>
            <a:off x="324000" y="1692000"/>
            <a:ext cx="8494713" cy="3831818"/>
          </a:xfrm>
        </p:spPr>
        <p:txBody>
          <a:bodyPr>
            <a:noAutofit/>
          </a:bodyPr>
          <a:lstStyle>
            <a:lvl1pPr marL="0" marR="0" indent="0" algn="l" defTabSz="914400" rtl="0" eaLnBrk="1" fontAlgn="auto" latinLnBrk="0" hangingPunct="1">
              <a:lnSpc>
                <a:spcPct val="100000"/>
              </a:lnSpc>
              <a:spcBef>
                <a:spcPts val="1200"/>
              </a:spcBef>
              <a:spcAft>
                <a:spcPts val="0"/>
              </a:spcAft>
              <a:buClr>
                <a:schemeClr val="accent1"/>
              </a:buClr>
              <a:buSzPct val="80000"/>
              <a:buFontTx/>
              <a:buNone/>
              <a:tabLst/>
              <a:defRPr b="0"/>
            </a:lvl1pPr>
            <a:lvl2pPr marL="180000" marR="0" indent="-180000" algn="l" defTabSz="914400" rtl="0" eaLnBrk="1" fontAlgn="auto" latinLnBrk="0" hangingPunct="1">
              <a:lnSpc>
                <a:spcPct val="100000"/>
              </a:lnSpc>
              <a:spcBef>
                <a:spcPts val="600"/>
              </a:spcBef>
              <a:spcAft>
                <a:spcPts val="0"/>
              </a:spcAft>
              <a:buClr>
                <a:schemeClr val="accent1"/>
              </a:buClr>
              <a:buSzPct val="100000"/>
              <a:buFont typeface="Wingdings" pitchFamily="2" charset="2"/>
              <a:buChar char=""/>
              <a:tabLst/>
              <a:defRPr/>
            </a:lvl2pPr>
            <a:lvl3pPr marL="360000" marR="0" indent="-180975" algn="l" defTabSz="914400" rtl="0" eaLnBrk="1" fontAlgn="auto" latinLnBrk="0" hangingPunct="1">
              <a:lnSpc>
                <a:spcPct val="100000"/>
              </a:lnSpc>
              <a:spcBef>
                <a:spcPts val="600"/>
              </a:spcBef>
              <a:spcAft>
                <a:spcPts val="0"/>
              </a:spcAft>
              <a:buClr>
                <a:schemeClr val="accent2"/>
              </a:buClr>
              <a:buSzPct val="100000"/>
              <a:buFont typeface="Arial" pitchFamily="34" charset="0"/>
              <a:buChar char="–"/>
              <a:tabLst/>
              <a:defRPr/>
            </a:lvl3pPr>
            <a:lvl4pPr marL="533400" marR="0" indent="-177800" algn="l" defTabSz="914400" rtl="0" eaLnBrk="1" fontAlgn="auto" latinLnBrk="0" hangingPunct="1">
              <a:lnSpc>
                <a:spcPct val="100000"/>
              </a:lnSpc>
              <a:spcBef>
                <a:spcPts val="600"/>
              </a:spcBef>
              <a:spcAft>
                <a:spcPts val="0"/>
              </a:spcAft>
              <a:buClr>
                <a:schemeClr val="accent2"/>
              </a:buClr>
              <a:buSzPct val="100000"/>
              <a:buFont typeface="Arial" pitchFamily="34" charset="0"/>
              <a:buChar char="–"/>
              <a:tabLst/>
              <a:defRPr sz="1600"/>
            </a:lvl4pPr>
            <a:lvl5pPr marL="540000">
              <a:buClr>
                <a:schemeClr val="accent2"/>
              </a:buClr>
              <a:buFont typeface="Courier New" pitchFamily="49" charset="0"/>
              <a:buChar char="o"/>
              <a:defRPr/>
            </a:lvl5pPr>
          </a:lstStyle>
          <a:p>
            <a:pPr lvl="0"/>
            <a:r>
              <a:rPr lang="en-US" dirty="0" smtClean="0"/>
              <a:t>Agenda Item/Divider Headline</a:t>
            </a:r>
          </a:p>
          <a:p>
            <a:pPr lvl="1"/>
            <a:r>
              <a:rPr lang="en-US" dirty="0" smtClean="0"/>
              <a:t>Details</a:t>
            </a:r>
          </a:p>
          <a:p>
            <a:pPr lvl="2"/>
            <a:r>
              <a:rPr lang="en-US" dirty="0" smtClean="0"/>
              <a:t>Third Level</a:t>
            </a:r>
          </a:p>
          <a:p>
            <a:pPr lvl="4"/>
            <a:r>
              <a:rPr lang="en-US" dirty="0" smtClean="0"/>
              <a:t>Fourth Level</a:t>
            </a:r>
          </a:p>
          <a:p>
            <a:endParaRPr lang="en-US" dirty="0" smtClean="0"/>
          </a:p>
        </p:txBody>
      </p:sp>
    </p:spTree>
    <p:extLst>
      <p:ext uri="{BB962C8B-B14F-4D97-AF65-F5344CB8AC3E}">
        <p14:creationId xmlns:p14="http://schemas.microsoft.com/office/powerpoint/2010/main" val="23389359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bwMode="gray"/>
        <p:txBody>
          <a:bodyPr/>
          <a:lstStyle>
            <a:lvl1pPr>
              <a:defRPr/>
            </a:lvl1pPr>
          </a:lstStyle>
          <a:p>
            <a:r>
              <a:rPr lang="en-US" noProof="0" dirty="0" smtClean="0"/>
              <a:t>Insert page title</a:t>
            </a:r>
            <a:endParaRPr lang="en-US" dirty="0"/>
          </a:p>
        </p:txBody>
      </p:sp>
    </p:spTree>
    <p:extLst>
      <p:ext uri="{BB962C8B-B14F-4D97-AF65-F5344CB8AC3E}">
        <p14:creationId xmlns:p14="http://schemas.microsoft.com/office/powerpoint/2010/main" val="31553114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ext">
    <p:bg bwMode="gray">
      <p:bgRef idx="1001">
        <a:schemeClr val="bg1"/>
      </p:bgRef>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bwMode="gray">
          <a:xfrm>
            <a:off x="324000" y="1800000"/>
            <a:ext cx="8496000" cy="738664"/>
          </a:xfrm>
        </p:spPr>
        <p:txBody>
          <a:bodyPr anchor="t" anchorCtr="0">
            <a:noAutofit/>
          </a:bodyPr>
          <a:lstStyle>
            <a:lvl1pPr>
              <a:defRPr sz="4800">
                <a:solidFill>
                  <a:schemeClr val="tx1"/>
                </a:solidFill>
                <a:latin typeface="+mj-lt"/>
              </a:defRPr>
            </a:lvl1pPr>
          </a:lstStyle>
          <a:p>
            <a:r>
              <a:rPr lang="en-US" dirty="0" smtClean="0"/>
              <a:t>Click to insert text</a:t>
            </a:r>
            <a:endParaRPr lang="en-US" dirty="0"/>
          </a:p>
        </p:txBody>
      </p:sp>
      <p:sp>
        <p:nvSpPr>
          <p:cNvPr id="12" name="Rectangle 11"/>
          <p:cNvSpPr/>
          <p:nvPr userDrawn="1"/>
        </p:nvSpPr>
        <p:spPr bwMode="gray">
          <a:xfrm>
            <a:off x="324000" y="0"/>
            <a:ext cx="8496000" cy="162000"/>
          </a:xfrm>
          <a:prstGeom prst="rect">
            <a:avLst/>
          </a:prstGeom>
          <a:solidFill>
            <a:schemeClr val="accent1"/>
          </a:solidFill>
          <a:ln w="9525"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600" b="0" i="0" u="none" strike="noStrike" kern="0" cap="none" spc="0" normalizeH="0" baseline="0" noProof="0" dirty="0" err="1" smtClean="0">
              <a:ln>
                <a:noFill/>
              </a:ln>
              <a:effectLst/>
              <a:uLnTx/>
              <a:uFillTx/>
              <a:ea typeface="Arial Unicode MS" pitchFamily="34" charset="-128"/>
              <a:cs typeface="Arial Unicode MS" pitchFamily="34" charset="-128"/>
            </a:endParaRPr>
          </a:p>
        </p:txBody>
      </p:sp>
      <p:sp>
        <p:nvSpPr>
          <p:cNvPr id="3" name="Rectangle 2"/>
          <p:cNvSpPr/>
          <p:nvPr userDrawn="1"/>
        </p:nvSpPr>
        <p:spPr bwMode="gray">
          <a:xfrm>
            <a:off x="137160" y="1043940"/>
            <a:ext cx="8846820" cy="350520"/>
          </a:xfrm>
          <a:prstGeom prst="rect">
            <a:avLst/>
          </a:prstGeom>
          <a:solidFill>
            <a:schemeClr val="bg1"/>
          </a:solidFill>
          <a:ln w="635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b="0" i="0" u="none" strike="noStrike" kern="0" cap="none" spc="0" normalizeH="0" baseline="0" noProof="0" dirty="0" smtClean="0">
              <a:ln>
                <a:noFill/>
              </a:ln>
              <a:effectLst/>
              <a:uLnTx/>
              <a:uFillTx/>
              <a:ea typeface="Arial Unicode MS" pitchFamily="34" charset="-128"/>
              <a:cs typeface="Arial Unicode MS" pitchFamily="34" charset="-128"/>
            </a:endParaRPr>
          </a:p>
        </p:txBody>
      </p:sp>
    </p:spTree>
    <p:extLst>
      <p:ext uri="{BB962C8B-B14F-4D97-AF65-F5344CB8AC3E}">
        <p14:creationId xmlns:p14="http://schemas.microsoft.com/office/powerpoint/2010/main" val="506183110"/>
      </p:ext>
    </p:extLst>
  </p:cSld>
  <p:clrMapOvr>
    <a:overrideClrMapping bg1="lt1" tx1="dk1" bg2="lt2" tx2="dk2" accent1="accent1" accent2="accent2" accent3="accent3" accent4="accent4" accent5="accent5" accent6="accent6" hlink="hlink" folHlink="folHlink"/>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Tex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noProof="0" dirty="0" smtClean="0"/>
              <a:t>Insert page title</a:t>
            </a:r>
            <a:endParaRPr lang="en-US" dirty="0"/>
          </a:p>
        </p:txBody>
      </p:sp>
      <p:sp>
        <p:nvSpPr>
          <p:cNvPr id="4" name="Text Placeholder 3"/>
          <p:cNvSpPr>
            <a:spLocks noGrp="1"/>
          </p:cNvSpPr>
          <p:nvPr>
            <p:ph type="body" sz="quarter" idx="10" hasCustomPrompt="1"/>
          </p:nvPr>
        </p:nvSpPr>
        <p:spPr>
          <a:xfrm>
            <a:off x="324000" y="1690687"/>
            <a:ext cx="8494713" cy="4391026"/>
          </a:xfrm>
        </p:spPr>
        <p:txBody>
          <a:bodyPr/>
          <a:lstStyle>
            <a:lvl1pPr>
              <a:defRPr/>
            </a:lvl1pPr>
          </a:lstStyle>
          <a:p>
            <a:pPr lvl="0"/>
            <a:r>
              <a:rPr lang="en-US" noProof="0" dirty="0" smtClean="0"/>
              <a:t>First level</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348910093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itle and Text: 2 columns">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noProof="0" dirty="0" smtClean="0"/>
              <a:t>Insert page title</a:t>
            </a:r>
            <a:endParaRPr lang="en-US" dirty="0"/>
          </a:p>
        </p:txBody>
      </p:sp>
      <p:sp>
        <p:nvSpPr>
          <p:cNvPr id="4" name="Text Placeholder 3"/>
          <p:cNvSpPr>
            <a:spLocks noGrp="1"/>
          </p:cNvSpPr>
          <p:nvPr>
            <p:ph type="body" sz="quarter" idx="10" hasCustomPrompt="1"/>
          </p:nvPr>
        </p:nvSpPr>
        <p:spPr>
          <a:xfrm>
            <a:off x="324000" y="1691999"/>
            <a:ext cx="4165200" cy="4392000"/>
          </a:xfrm>
        </p:spPr>
        <p:txBody>
          <a:bodyPr/>
          <a:lstStyle>
            <a:lvl1pPr>
              <a:defRPr/>
            </a:lvl1pPr>
          </a:lstStyle>
          <a:p>
            <a:pPr lvl="0"/>
            <a:r>
              <a:rPr lang="en-US" noProof="0" dirty="0" smtClean="0"/>
              <a:t>First level</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 name="Text Placeholder 3"/>
          <p:cNvSpPr>
            <a:spLocks noGrp="1"/>
          </p:cNvSpPr>
          <p:nvPr>
            <p:ph type="body" sz="quarter" idx="11" hasCustomPrompt="1"/>
          </p:nvPr>
        </p:nvSpPr>
        <p:spPr>
          <a:xfrm>
            <a:off x="4654800" y="1691999"/>
            <a:ext cx="4165200" cy="4392000"/>
          </a:xfrm>
        </p:spPr>
        <p:txBody>
          <a:bodyPr/>
          <a:lstStyle>
            <a:lvl1pPr>
              <a:defRPr/>
            </a:lvl1pPr>
          </a:lstStyle>
          <a:p>
            <a:pPr lvl="0"/>
            <a:r>
              <a:rPr lang="en-US" noProof="0" dirty="0" smtClean="0"/>
              <a:t>First level</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263283007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itle and Text: 3 columns">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24000" y="324000"/>
            <a:ext cx="8496000" cy="756000"/>
          </a:xfrm>
        </p:spPr>
        <p:txBody>
          <a:bodyPr/>
          <a:lstStyle/>
          <a:p>
            <a:r>
              <a:rPr lang="en-US" noProof="0" dirty="0" smtClean="0"/>
              <a:t>Insert page title</a:t>
            </a:r>
            <a:endParaRPr lang="en-US" dirty="0"/>
          </a:p>
        </p:txBody>
      </p:sp>
      <p:sp>
        <p:nvSpPr>
          <p:cNvPr id="4" name="Text Placeholder 3"/>
          <p:cNvSpPr>
            <a:spLocks noGrp="1"/>
          </p:cNvSpPr>
          <p:nvPr>
            <p:ph type="body" sz="quarter" idx="10" hasCustomPrompt="1"/>
          </p:nvPr>
        </p:nvSpPr>
        <p:spPr>
          <a:xfrm>
            <a:off x="324000" y="1691999"/>
            <a:ext cx="2721600" cy="4392000"/>
          </a:xfrm>
        </p:spPr>
        <p:txBody>
          <a:bodyPr/>
          <a:lstStyle>
            <a:lvl1pPr>
              <a:defRPr/>
            </a:lvl1pPr>
          </a:lstStyle>
          <a:p>
            <a:pPr lvl="0"/>
            <a:r>
              <a:rPr lang="en-US" noProof="0" dirty="0" smtClean="0"/>
              <a:t>First level</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 name="Text Placeholder 3"/>
          <p:cNvSpPr>
            <a:spLocks noGrp="1"/>
          </p:cNvSpPr>
          <p:nvPr>
            <p:ph type="body" sz="quarter" idx="11" hasCustomPrompt="1"/>
          </p:nvPr>
        </p:nvSpPr>
        <p:spPr>
          <a:xfrm>
            <a:off x="6098400" y="1691999"/>
            <a:ext cx="2721600" cy="4392000"/>
          </a:xfrm>
        </p:spPr>
        <p:txBody>
          <a:bodyPr/>
          <a:lstStyle>
            <a:lvl1pPr>
              <a:defRPr/>
            </a:lvl1pPr>
          </a:lstStyle>
          <a:p>
            <a:pPr lvl="0"/>
            <a:r>
              <a:rPr lang="en-US" noProof="0" dirty="0" smtClean="0"/>
              <a:t>First level</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7" name="Text Placeholder 3"/>
          <p:cNvSpPr>
            <a:spLocks noGrp="1"/>
          </p:cNvSpPr>
          <p:nvPr>
            <p:ph type="body" sz="quarter" idx="12" hasCustomPrompt="1"/>
          </p:nvPr>
        </p:nvSpPr>
        <p:spPr>
          <a:xfrm>
            <a:off x="3220725" y="1691999"/>
            <a:ext cx="2721600" cy="4392000"/>
          </a:xfrm>
        </p:spPr>
        <p:txBody>
          <a:bodyPr/>
          <a:lstStyle>
            <a:lvl1pPr>
              <a:defRPr/>
            </a:lvl1pPr>
          </a:lstStyle>
          <a:p>
            <a:pPr lvl="0"/>
            <a:r>
              <a:rPr lang="en-US" noProof="0" dirty="0" smtClean="0"/>
              <a:t>First level</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145064999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and Text with picture right 1">
    <p:spTree>
      <p:nvGrpSpPr>
        <p:cNvPr id="1" name=""/>
        <p:cNvGrpSpPr/>
        <p:nvPr/>
      </p:nvGrpSpPr>
      <p:grpSpPr>
        <a:xfrm>
          <a:off x="0" y="0"/>
          <a:ext cx="0" cy="0"/>
          <a:chOff x="0" y="0"/>
          <a:chExt cx="0" cy="0"/>
        </a:xfrm>
      </p:grpSpPr>
      <p:sp>
        <p:nvSpPr>
          <p:cNvPr id="2" name="Title 1"/>
          <p:cNvSpPr>
            <a:spLocks noGrp="1"/>
          </p:cNvSpPr>
          <p:nvPr>
            <p:ph type="title" hasCustomPrompt="1"/>
          </p:nvPr>
        </p:nvSpPr>
        <p:spPr bwMode="gray"/>
        <p:txBody>
          <a:bodyPr/>
          <a:lstStyle>
            <a:lvl1pPr>
              <a:defRPr/>
            </a:lvl1pPr>
          </a:lstStyle>
          <a:p>
            <a:r>
              <a:rPr lang="en-US" noProof="0" dirty="0" smtClean="0"/>
              <a:t>Insert page title</a:t>
            </a:r>
            <a:endParaRPr lang="en-US" dirty="0"/>
          </a:p>
        </p:txBody>
      </p:sp>
      <p:sp>
        <p:nvSpPr>
          <p:cNvPr id="5" name="Picture Placeholder 4"/>
          <p:cNvSpPr>
            <a:spLocks noGrp="1"/>
          </p:cNvSpPr>
          <p:nvPr>
            <p:ph type="pic" sz="quarter" idx="10"/>
          </p:nvPr>
        </p:nvSpPr>
        <p:spPr bwMode="gray">
          <a:xfrm>
            <a:off x="5745600" y="1690687"/>
            <a:ext cx="3078000" cy="4391025"/>
          </a:xfrm>
          <a:solidFill>
            <a:schemeClr val="bg1">
              <a:lumMod val="95000"/>
            </a:schemeClr>
          </a:solidFill>
        </p:spPr>
        <p:txBody>
          <a:bodyPr tIns="1296000" anchor="t" anchorCtr="0"/>
          <a:lstStyle>
            <a:lvl1pPr algn="ctr">
              <a:defRPr b="0"/>
            </a:lvl1pPr>
          </a:lstStyle>
          <a:p>
            <a:r>
              <a:rPr lang="en-US" smtClean="0"/>
              <a:t>Click icon to add picture</a:t>
            </a:r>
            <a:endParaRPr lang="en-US" dirty="0"/>
          </a:p>
        </p:txBody>
      </p:sp>
      <p:sp>
        <p:nvSpPr>
          <p:cNvPr id="4" name="Text Placeholder 3"/>
          <p:cNvSpPr>
            <a:spLocks noGrp="1"/>
          </p:cNvSpPr>
          <p:nvPr>
            <p:ph type="body" sz="quarter" idx="11" hasCustomPrompt="1"/>
          </p:nvPr>
        </p:nvSpPr>
        <p:spPr>
          <a:xfrm>
            <a:off x="324000" y="1692000"/>
            <a:ext cx="5238000" cy="4392000"/>
          </a:xfrm>
        </p:spPr>
        <p:txBody>
          <a:bodyPr/>
          <a:lstStyle/>
          <a:p>
            <a:pPr lvl="0"/>
            <a:r>
              <a:rPr lang="en-US" noProof="0" dirty="0" smtClean="0"/>
              <a:t>First level</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94118900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itle and Text with picture right 2">
    <p:spTree>
      <p:nvGrpSpPr>
        <p:cNvPr id="1" name=""/>
        <p:cNvGrpSpPr/>
        <p:nvPr/>
      </p:nvGrpSpPr>
      <p:grpSpPr>
        <a:xfrm>
          <a:off x="0" y="0"/>
          <a:ext cx="0" cy="0"/>
          <a:chOff x="0" y="0"/>
          <a:chExt cx="0" cy="0"/>
        </a:xfrm>
      </p:grpSpPr>
      <p:sp>
        <p:nvSpPr>
          <p:cNvPr id="2" name="Title 1"/>
          <p:cNvSpPr>
            <a:spLocks noGrp="1"/>
          </p:cNvSpPr>
          <p:nvPr>
            <p:ph type="title" hasCustomPrompt="1"/>
          </p:nvPr>
        </p:nvSpPr>
        <p:spPr bwMode="gray"/>
        <p:txBody>
          <a:bodyPr/>
          <a:lstStyle>
            <a:lvl1pPr>
              <a:defRPr/>
            </a:lvl1pPr>
          </a:lstStyle>
          <a:p>
            <a:r>
              <a:rPr lang="en-US" noProof="0" dirty="0" smtClean="0"/>
              <a:t>Insert page title</a:t>
            </a:r>
            <a:endParaRPr lang="en-US" dirty="0"/>
          </a:p>
        </p:txBody>
      </p:sp>
      <p:sp>
        <p:nvSpPr>
          <p:cNvPr id="5" name="Picture Placeholder 4"/>
          <p:cNvSpPr>
            <a:spLocks noGrp="1"/>
          </p:cNvSpPr>
          <p:nvPr>
            <p:ph type="pic" sz="quarter" idx="10"/>
          </p:nvPr>
        </p:nvSpPr>
        <p:spPr bwMode="gray">
          <a:xfrm>
            <a:off x="4654800" y="1692000"/>
            <a:ext cx="4165200" cy="4392000"/>
          </a:xfrm>
          <a:solidFill>
            <a:schemeClr val="bg1">
              <a:lumMod val="95000"/>
            </a:schemeClr>
          </a:solidFill>
        </p:spPr>
        <p:txBody>
          <a:bodyPr vert="horz" lIns="0" tIns="1296000" rIns="0" bIns="0" rtlCol="0" anchor="t" anchorCtr="0">
            <a:noAutofit/>
          </a:bodyPr>
          <a:lstStyle>
            <a:lvl1pPr marL="0" indent="0" algn="ctr" defTabSz="914400" rtl="0" eaLnBrk="1" latinLnBrk="0" hangingPunct="1">
              <a:spcBef>
                <a:spcPts val="1620"/>
              </a:spcBef>
              <a:buClr>
                <a:schemeClr val="accent1"/>
              </a:buClr>
              <a:buSzPct val="80000"/>
              <a:buFontTx/>
              <a:buNone/>
              <a:defRPr lang="de-DE" sz="1800" b="0" kern="1200" dirty="0">
                <a:solidFill>
                  <a:schemeClr val="tx1"/>
                </a:solidFill>
                <a:latin typeface="+mn-lt"/>
                <a:ea typeface="+mn-ea"/>
                <a:cs typeface="+mn-cs"/>
              </a:defRPr>
            </a:lvl1pPr>
          </a:lstStyle>
          <a:p>
            <a:r>
              <a:rPr lang="en-US" smtClean="0"/>
              <a:t>Click icon to add picture</a:t>
            </a:r>
            <a:endParaRPr lang="en-US" dirty="0"/>
          </a:p>
        </p:txBody>
      </p:sp>
      <p:sp>
        <p:nvSpPr>
          <p:cNvPr id="7" name="Text Placeholder 6"/>
          <p:cNvSpPr>
            <a:spLocks noGrp="1"/>
          </p:cNvSpPr>
          <p:nvPr>
            <p:ph type="body" sz="quarter" idx="11" hasCustomPrompt="1"/>
          </p:nvPr>
        </p:nvSpPr>
        <p:spPr bwMode="gray">
          <a:xfrm>
            <a:off x="324000" y="1692000"/>
            <a:ext cx="4165200" cy="4392000"/>
          </a:xfrm>
        </p:spPr>
        <p:txBody>
          <a:bodyPr/>
          <a:lstStyle>
            <a:lvl1pPr>
              <a:defRPr/>
            </a:lvl1pPr>
          </a:lstStyle>
          <a:p>
            <a:pPr lvl="0"/>
            <a:r>
              <a:rPr lang="en-US" noProof="0" dirty="0" smtClean="0"/>
              <a:t>First level</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115759760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itle and Text with picture right 3">
    <p:spTree>
      <p:nvGrpSpPr>
        <p:cNvPr id="1" name=""/>
        <p:cNvGrpSpPr/>
        <p:nvPr/>
      </p:nvGrpSpPr>
      <p:grpSpPr>
        <a:xfrm>
          <a:off x="0" y="0"/>
          <a:ext cx="0" cy="0"/>
          <a:chOff x="0" y="0"/>
          <a:chExt cx="0" cy="0"/>
        </a:xfrm>
      </p:grpSpPr>
      <p:sp>
        <p:nvSpPr>
          <p:cNvPr id="2" name="Title 1"/>
          <p:cNvSpPr>
            <a:spLocks noGrp="1"/>
          </p:cNvSpPr>
          <p:nvPr>
            <p:ph type="title" hasCustomPrompt="1"/>
          </p:nvPr>
        </p:nvSpPr>
        <p:spPr bwMode="gray"/>
        <p:txBody>
          <a:bodyPr/>
          <a:lstStyle>
            <a:lvl1pPr>
              <a:defRPr/>
            </a:lvl1pPr>
          </a:lstStyle>
          <a:p>
            <a:r>
              <a:rPr lang="en-US" noProof="0" dirty="0" smtClean="0"/>
              <a:t>Insert page title</a:t>
            </a:r>
            <a:endParaRPr lang="en-US" dirty="0"/>
          </a:p>
        </p:txBody>
      </p:sp>
      <p:sp>
        <p:nvSpPr>
          <p:cNvPr id="5" name="Picture Placeholder 4"/>
          <p:cNvSpPr>
            <a:spLocks noGrp="1"/>
          </p:cNvSpPr>
          <p:nvPr>
            <p:ph type="pic" sz="quarter" idx="10"/>
          </p:nvPr>
        </p:nvSpPr>
        <p:spPr bwMode="gray">
          <a:xfrm>
            <a:off x="3575304" y="1692000"/>
            <a:ext cx="5238000" cy="4392000"/>
          </a:xfrm>
          <a:solidFill>
            <a:schemeClr val="bg1">
              <a:lumMod val="95000"/>
            </a:schemeClr>
          </a:solidFill>
        </p:spPr>
        <p:txBody>
          <a:bodyPr vert="horz" lIns="0" tIns="1296000" rIns="0" bIns="0" rtlCol="0" anchor="t" anchorCtr="0">
            <a:noAutofit/>
          </a:bodyPr>
          <a:lstStyle>
            <a:lvl1pPr marL="0" indent="0" algn="ctr" defTabSz="914400" rtl="0" eaLnBrk="1" latinLnBrk="0" hangingPunct="1">
              <a:spcBef>
                <a:spcPts val="1620"/>
              </a:spcBef>
              <a:buClr>
                <a:schemeClr val="accent1"/>
              </a:buClr>
              <a:buSzPct val="80000"/>
              <a:buFontTx/>
              <a:buNone/>
              <a:defRPr lang="de-DE" sz="1800" b="0" kern="1200" dirty="0">
                <a:solidFill>
                  <a:schemeClr val="tx1"/>
                </a:solidFill>
                <a:latin typeface="+mn-lt"/>
                <a:ea typeface="+mn-ea"/>
                <a:cs typeface="+mn-cs"/>
              </a:defRPr>
            </a:lvl1pPr>
          </a:lstStyle>
          <a:p>
            <a:r>
              <a:rPr lang="en-US" smtClean="0"/>
              <a:t>Click icon to add picture</a:t>
            </a:r>
            <a:endParaRPr lang="en-US" dirty="0"/>
          </a:p>
        </p:txBody>
      </p:sp>
      <p:sp>
        <p:nvSpPr>
          <p:cNvPr id="7" name="Text Placeholder 6"/>
          <p:cNvSpPr>
            <a:spLocks noGrp="1"/>
          </p:cNvSpPr>
          <p:nvPr>
            <p:ph type="body" sz="quarter" idx="11" hasCustomPrompt="1"/>
          </p:nvPr>
        </p:nvSpPr>
        <p:spPr bwMode="gray">
          <a:xfrm>
            <a:off x="324000" y="1692000"/>
            <a:ext cx="3078000" cy="4392000"/>
          </a:xfrm>
        </p:spPr>
        <p:txBody>
          <a:bodyPr/>
          <a:lstStyle>
            <a:lvl1pPr>
              <a:defRPr/>
            </a:lvl1pPr>
          </a:lstStyle>
          <a:p>
            <a:pPr lvl="0"/>
            <a:r>
              <a:rPr lang="en-US" noProof="0" dirty="0" smtClean="0"/>
              <a:t>First level</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29558661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Title and Text with picture: 2 columns">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noProof="0" dirty="0" smtClean="0"/>
              <a:t>Insert page title</a:t>
            </a:r>
            <a:endParaRPr lang="en-US" dirty="0"/>
          </a:p>
        </p:txBody>
      </p:sp>
      <p:sp>
        <p:nvSpPr>
          <p:cNvPr id="4" name="Text Placeholder 3"/>
          <p:cNvSpPr>
            <a:spLocks noGrp="1"/>
          </p:cNvSpPr>
          <p:nvPr>
            <p:ph type="body" sz="quarter" idx="10" hasCustomPrompt="1"/>
          </p:nvPr>
        </p:nvSpPr>
        <p:spPr>
          <a:xfrm>
            <a:off x="324000" y="1690688"/>
            <a:ext cx="4165200" cy="1720800"/>
          </a:xfrm>
        </p:spPr>
        <p:txBody>
          <a:bodyPr/>
          <a:lstStyle>
            <a:lvl1pPr>
              <a:defRPr/>
            </a:lvl1pPr>
          </a:lstStyle>
          <a:p>
            <a:pPr lvl="0"/>
            <a:r>
              <a:rPr lang="en-US" noProof="0" dirty="0" smtClean="0"/>
              <a:t>First level</a:t>
            </a:r>
          </a:p>
          <a:p>
            <a:pPr lvl="1"/>
            <a:r>
              <a:rPr lang="en-US" dirty="0" smtClean="0"/>
              <a:t>Second level</a:t>
            </a:r>
          </a:p>
        </p:txBody>
      </p:sp>
      <p:sp>
        <p:nvSpPr>
          <p:cNvPr id="13" name="Text Placeholder 3"/>
          <p:cNvSpPr>
            <a:spLocks noGrp="1"/>
          </p:cNvSpPr>
          <p:nvPr>
            <p:ph type="body" sz="quarter" idx="14" hasCustomPrompt="1"/>
          </p:nvPr>
        </p:nvSpPr>
        <p:spPr>
          <a:xfrm>
            <a:off x="4654800" y="1690688"/>
            <a:ext cx="4165200" cy="1720800"/>
          </a:xfrm>
        </p:spPr>
        <p:txBody>
          <a:bodyPr/>
          <a:lstStyle>
            <a:lvl1pPr>
              <a:defRPr/>
            </a:lvl1pPr>
          </a:lstStyle>
          <a:p>
            <a:pPr lvl="0"/>
            <a:r>
              <a:rPr lang="en-US" noProof="0" dirty="0" smtClean="0"/>
              <a:t>First level</a:t>
            </a:r>
          </a:p>
          <a:p>
            <a:pPr lvl="1"/>
            <a:r>
              <a:rPr lang="en-US" dirty="0" smtClean="0"/>
              <a:t>Second level</a:t>
            </a:r>
          </a:p>
        </p:txBody>
      </p:sp>
      <p:sp>
        <p:nvSpPr>
          <p:cNvPr id="9" name="Picture Placeholder 4"/>
          <p:cNvSpPr>
            <a:spLocks noGrp="1"/>
          </p:cNvSpPr>
          <p:nvPr>
            <p:ph type="pic" sz="quarter" idx="15"/>
          </p:nvPr>
        </p:nvSpPr>
        <p:spPr bwMode="gray">
          <a:xfrm>
            <a:off x="324000" y="3573490"/>
            <a:ext cx="4165200" cy="2508223"/>
          </a:xfrm>
          <a:solidFill>
            <a:schemeClr val="bg1">
              <a:lumMod val="95000"/>
            </a:schemeClr>
          </a:solidFill>
        </p:spPr>
        <p:txBody>
          <a:bodyPr tIns="504000" anchor="t" anchorCtr="0"/>
          <a:lstStyle>
            <a:lvl1pPr algn="ctr">
              <a:defRPr b="0"/>
            </a:lvl1pPr>
          </a:lstStyle>
          <a:p>
            <a:r>
              <a:rPr lang="en-US" smtClean="0"/>
              <a:t>Click icon to add picture</a:t>
            </a:r>
            <a:endParaRPr lang="en-US" dirty="0"/>
          </a:p>
        </p:txBody>
      </p:sp>
      <p:sp>
        <p:nvSpPr>
          <p:cNvPr id="11" name="Picture Placeholder 4"/>
          <p:cNvSpPr>
            <a:spLocks noGrp="1"/>
          </p:cNvSpPr>
          <p:nvPr>
            <p:ph type="pic" sz="quarter" idx="16"/>
          </p:nvPr>
        </p:nvSpPr>
        <p:spPr bwMode="gray">
          <a:xfrm>
            <a:off x="4654800" y="3573490"/>
            <a:ext cx="4165200" cy="2508223"/>
          </a:xfrm>
          <a:solidFill>
            <a:schemeClr val="bg1">
              <a:lumMod val="95000"/>
            </a:schemeClr>
          </a:solidFill>
        </p:spPr>
        <p:txBody>
          <a:bodyPr tIns="504000" anchor="t" anchorCtr="0"/>
          <a:lstStyle>
            <a:lvl1pPr algn="ctr">
              <a:defRPr b="0"/>
            </a:lvl1pPr>
          </a:lstStyle>
          <a:p>
            <a:r>
              <a:rPr lang="en-US" smtClean="0"/>
              <a:t>Click icon to add picture</a:t>
            </a:r>
            <a:endParaRPr lang="en-US" dirty="0"/>
          </a:p>
        </p:txBody>
      </p:sp>
    </p:spTree>
    <p:extLst>
      <p:ext uri="{BB962C8B-B14F-4D97-AF65-F5344CB8AC3E}">
        <p14:creationId xmlns:p14="http://schemas.microsoft.com/office/powerpoint/2010/main" val="239836616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5" name="Content Placeholder 4"/>
          <p:cNvSpPr>
            <a:spLocks noGrp="1"/>
          </p:cNvSpPr>
          <p:nvPr>
            <p:ph sz="quarter" idx="10" hasCustomPrompt="1"/>
          </p:nvPr>
        </p:nvSpPr>
        <p:spPr>
          <a:xfrm>
            <a:off x="327024" y="1690688"/>
            <a:ext cx="8493125" cy="4395787"/>
          </a:xfrm>
        </p:spPr>
        <p:txBody>
          <a:bodyPr/>
          <a:lstStyle>
            <a:lvl1pPr>
              <a:defRPr/>
            </a:lvl1pPr>
          </a:lstStyle>
          <a:p>
            <a:pPr lvl="0"/>
            <a:r>
              <a:rPr lang="en-US" noProof="0" dirty="0" smtClean="0"/>
              <a:t>Click to add content</a:t>
            </a:r>
          </a:p>
          <a:p>
            <a:pPr lvl="1"/>
            <a:r>
              <a:rPr lang="en-US" noProof="0" dirty="0" smtClean="0"/>
              <a:t>Second level</a:t>
            </a:r>
          </a:p>
          <a:p>
            <a:pPr lvl="2"/>
            <a:r>
              <a:rPr lang="en-US" noProof="0" dirty="0" smtClean="0"/>
              <a:t>Third level</a:t>
            </a:r>
          </a:p>
          <a:p>
            <a:pPr lvl="3"/>
            <a:r>
              <a:rPr lang="en-US" noProof="0" dirty="0" smtClean="0"/>
              <a:t>Fourth level</a:t>
            </a:r>
          </a:p>
          <a:p>
            <a:pPr lvl="4"/>
            <a:r>
              <a:rPr lang="en-US" noProof="0" dirty="0" smtClean="0"/>
              <a:t>Fifth level</a:t>
            </a:r>
            <a:endParaRPr lang="en-US" noProof="0" dirty="0"/>
          </a:p>
        </p:txBody>
      </p:sp>
      <p:sp>
        <p:nvSpPr>
          <p:cNvPr id="2" name="Title 1"/>
          <p:cNvSpPr>
            <a:spLocks noGrp="1"/>
          </p:cNvSpPr>
          <p:nvPr>
            <p:ph type="title" hasCustomPrompt="1"/>
          </p:nvPr>
        </p:nvSpPr>
        <p:spPr/>
        <p:txBody>
          <a:bodyPr/>
          <a:lstStyle/>
          <a:p>
            <a:r>
              <a:rPr lang="en-US" noProof="0" dirty="0" smtClean="0"/>
              <a:t>Insert page title</a:t>
            </a:r>
            <a:endParaRPr lang="en-US" dirty="0"/>
          </a:p>
        </p:txBody>
      </p:sp>
    </p:spTree>
    <p:extLst>
      <p:ext uri="{BB962C8B-B14F-4D97-AF65-F5344CB8AC3E}">
        <p14:creationId xmlns:p14="http://schemas.microsoft.com/office/powerpoint/2010/main" val="95216139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Discussion Panel">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lvl1pPr>
          </a:lstStyle>
          <a:p>
            <a:r>
              <a:rPr lang="en-US" dirty="0" smtClean="0"/>
              <a:t>Discussion panel</a:t>
            </a:r>
            <a:endParaRPr lang="en-US" dirty="0"/>
          </a:p>
        </p:txBody>
      </p:sp>
      <p:sp>
        <p:nvSpPr>
          <p:cNvPr id="5" name="Text Placeholder 4"/>
          <p:cNvSpPr>
            <a:spLocks noGrp="1"/>
          </p:cNvSpPr>
          <p:nvPr>
            <p:ph type="body" sz="quarter" idx="10" hasCustomPrompt="1"/>
          </p:nvPr>
        </p:nvSpPr>
        <p:spPr>
          <a:xfrm>
            <a:off x="324000" y="1692000"/>
            <a:ext cx="8494713" cy="2816156"/>
          </a:xfrm>
        </p:spPr>
        <p:txBody>
          <a:bodyPr>
            <a:noAutofit/>
          </a:bodyPr>
          <a:lstStyle>
            <a:lvl1pPr>
              <a:spcBef>
                <a:spcPts val="1800"/>
              </a:spcBef>
              <a:defRPr/>
            </a:lvl1pPr>
          </a:lstStyle>
          <a:p>
            <a:r>
              <a:rPr lang="en-US" dirty="0" smtClean="0"/>
              <a:t>Title of discussion panel</a:t>
            </a:r>
          </a:p>
          <a:p>
            <a:r>
              <a:rPr lang="en-US" b="0" dirty="0" smtClean="0"/>
              <a:t>Speaker Name, Company 1</a:t>
            </a:r>
          </a:p>
          <a:p>
            <a:r>
              <a:rPr lang="en-US" b="0" dirty="0" smtClean="0"/>
              <a:t>Speaker Name, Company 2</a:t>
            </a:r>
          </a:p>
          <a:p>
            <a:r>
              <a:rPr lang="en-US" b="0" dirty="0" smtClean="0"/>
              <a:t>Speaker Name, Company 3</a:t>
            </a:r>
          </a:p>
          <a:p>
            <a:r>
              <a:rPr lang="en-US" b="0" dirty="0" smtClean="0"/>
              <a:t>Speaker Name, Company 4</a:t>
            </a:r>
          </a:p>
          <a:p>
            <a:r>
              <a:rPr lang="en-US" b="0" dirty="0" smtClean="0"/>
              <a:t>Speaker Name, Company 5</a:t>
            </a:r>
          </a:p>
        </p:txBody>
      </p:sp>
    </p:spTree>
    <p:extLst>
      <p:ext uri="{BB962C8B-B14F-4D97-AF65-F5344CB8AC3E}">
        <p14:creationId xmlns:p14="http://schemas.microsoft.com/office/powerpoint/2010/main" val="223015475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3" name="Rectangle 2"/>
          <p:cNvSpPr/>
          <p:nvPr userDrawn="1"/>
        </p:nvSpPr>
        <p:spPr bwMode="gray">
          <a:xfrm>
            <a:off x="324000" y="0"/>
            <a:ext cx="8496000" cy="162000"/>
          </a:xfrm>
          <a:prstGeom prst="rect">
            <a:avLst/>
          </a:prstGeom>
          <a:solidFill>
            <a:schemeClr val="accent1"/>
          </a:solidFill>
          <a:ln w="9525"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600" b="0" i="0" u="none" strike="noStrike" kern="0" cap="none" spc="0" normalizeH="0" baseline="0" noProof="0" dirty="0" err="1" smtClean="0">
              <a:ln>
                <a:noFill/>
              </a:ln>
              <a:effectLst/>
              <a:uLnTx/>
              <a:uFillTx/>
              <a:ea typeface="Arial Unicode MS" pitchFamily="34" charset="-128"/>
              <a:cs typeface="Arial Unicode MS" pitchFamily="34" charset="-128"/>
            </a:endParaRPr>
          </a:p>
        </p:txBody>
      </p:sp>
      <p:sp>
        <p:nvSpPr>
          <p:cNvPr id="10" name="Rectangle 9"/>
          <p:cNvSpPr/>
          <p:nvPr userDrawn="1"/>
        </p:nvSpPr>
        <p:spPr bwMode="gray">
          <a:xfrm>
            <a:off x="137160" y="1043940"/>
            <a:ext cx="8846820" cy="350520"/>
          </a:xfrm>
          <a:prstGeom prst="rect">
            <a:avLst/>
          </a:prstGeom>
          <a:solidFill>
            <a:schemeClr val="bg1"/>
          </a:solidFill>
          <a:ln w="635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b="0" i="0" u="none" strike="noStrike" kern="0" cap="none" spc="0" normalizeH="0" baseline="0" noProof="0" dirty="0" smtClean="0">
              <a:ln>
                <a:noFill/>
              </a:ln>
              <a:effectLst/>
              <a:uLnTx/>
              <a:uFillTx/>
              <a:ea typeface="Arial Unicode MS" pitchFamily="34" charset="-128"/>
              <a:cs typeface="Arial Unicode MS" pitchFamily="34" charset="-128"/>
            </a:endParaRPr>
          </a:p>
        </p:txBody>
      </p:sp>
    </p:spTree>
    <p:extLst>
      <p:ext uri="{BB962C8B-B14F-4D97-AF65-F5344CB8AC3E}">
        <p14:creationId xmlns:p14="http://schemas.microsoft.com/office/powerpoint/2010/main" val="76397026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p:cSld name="Screenshot">
    <p:spTree>
      <p:nvGrpSpPr>
        <p:cNvPr id="1" name=""/>
        <p:cNvGrpSpPr/>
        <p:nvPr/>
      </p:nvGrpSpPr>
      <p:grpSpPr>
        <a:xfrm>
          <a:off x="0" y="0"/>
          <a:ext cx="0" cy="0"/>
          <a:chOff x="0" y="0"/>
          <a:chExt cx="0" cy="0"/>
        </a:xfrm>
      </p:grpSpPr>
    </p:spTree>
    <p:extLst>
      <p:ext uri="{BB962C8B-B14F-4D97-AF65-F5344CB8AC3E}">
        <p14:creationId xmlns:p14="http://schemas.microsoft.com/office/powerpoint/2010/main" val="344538380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Copyright">
    <p:bg bwMode="gray">
      <p:bgRef idx="1001">
        <a:schemeClr val="bg1"/>
      </p:bgRef>
    </p:bg>
    <p:spTree>
      <p:nvGrpSpPr>
        <p:cNvPr id="1" name=""/>
        <p:cNvGrpSpPr/>
        <p:nvPr/>
      </p:nvGrpSpPr>
      <p:grpSpPr>
        <a:xfrm>
          <a:off x="0" y="0"/>
          <a:ext cx="0" cy="0"/>
          <a:chOff x="0" y="0"/>
          <a:chExt cx="0" cy="0"/>
        </a:xfrm>
      </p:grpSpPr>
      <p:sp>
        <p:nvSpPr>
          <p:cNvPr id="11" name="TextBox 10"/>
          <p:cNvSpPr txBox="1"/>
          <p:nvPr/>
        </p:nvSpPr>
        <p:spPr bwMode="gray">
          <a:xfrm>
            <a:off x="324000" y="324000"/>
            <a:ext cx="8496150" cy="756000"/>
          </a:xfrm>
          <a:prstGeom prst="rect">
            <a:avLst/>
          </a:prstGeom>
        </p:spPr>
        <p:txBody>
          <a:bodyPr vert="horz" lIns="0" tIns="0" rIns="0" bIns="0" rtlCol="0" anchor="ctr" anchorCtr="0">
            <a:noAutofit/>
          </a:bodyPr>
          <a:lstStyle/>
          <a:p>
            <a:pPr algn="l" defTabSz="914400" rtl="0" eaLnBrk="1" latinLnBrk="0" hangingPunct="1">
              <a:spcBef>
                <a:spcPct val="0"/>
              </a:spcBef>
              <a:buNone/>
            </a:pPr>
            <a:r>
              <a:rPr lang="en-US" sz="2400" b="1" kern="1200" noProof="0" dirty="0" smtClean="0">
                <a:solidFill>
                  <a:schemeClr val="accent2"/>
                </a:solidFill>
                <a:latin typeface="+mj-lt"/>
                <a:ea typeface="+mj-ea"/>
                <a:cs typeface="+mj-cs"/>
              </a:rPr>
              <a:t>© 2016 SAP SE or an SAP affiliate company. </a:t>
            </a:r>
            <a:br>
              <a:rPr lang="en-US" sz="2400" b="1" kern="1200" noProof="0" dirty="0" smtClean="0">
                <a:solidFill>
                  <a:schemeClr val="accent2"/>
                </a:solidFill>
                <a:latin typeface="+mj-lt"/>
                <a:ea typeface="+mj-ea"/>
                <a:cs typeface="+mj-cs"/>
              </a:rPr>
            </a:br>
            <a:r>
              <a:rPr lang="en-US" sz="2400" b="1" kern="1200" noProof="0" dirty="0" smtClean="0">
                <a:solidFill>
                  <a:schemeClr val="accent2"/>
                </a:solidFill>
                <a:latin typeface="+mj-lt"/>
                <a:ea typeface="+mj-ea"/>
                <a:cs typeface="+mj-cs"/>
              </a:rPr>
              <a:t>All rights reserved.</a:t>
            </a:r>
          </a:p>
        </p:txBody>
      </p:sp>
      <p:sp>
        <p:nvSpPr>
          <p:cNvPr id="5" name="TextBox 4"/>
          <p:cNvSpPr txBox="1"/>
          <p:nvPr/>
        </p:nvSpPr>
        <p:spPr bwMode="gray">
          <a:xfrm>
            <a:off x="324000" y="1692000"/>
            <a:ext cx="8496150" cy="3539430"/>
          </a:xfrm>
          <a:prstGeom prst="rect">
            <a:avLst/>
          </a:prstGeom>
          <a:noFill/>
        </p:spPr>
        <p:txBody>
          <a:bodyPr wrap="square" lIns="0" tIns="0" rIns="0" bIns="0" rtlCol="0">
            <a:spAutoFit/>
          </a:bodyPr>
          <a:lstStyle/>
          <a:p>
            <a:r>
              <a:rPr lang="en-US" sz="1000" kern="1200" dirty="0" smtClean="0">
                <a:solidFill>
                  <a:schemeClr val="tx1"/>
                </a:solidFill>
                <a:latin typeface="Arial"/>
                <a:ea typeface="Arial Unicode MS" panose="020B0604020202020204" pitchFamily="34" charset="-128"/>
                <a:cs typeface="+mn-cs"/>
              </a:rPr>
              <a:t>No part of this publication may be reproduced or transmitted in any form or for any purpose without the express permission of SAP SE or an </a:t>
            </a:r>
          </a:p>
          <a:p>
            <a:r>
              <a:rPr lang="en-US" sz="1000" kern="1200" dirty="0" smtClean="0">
                <a:solidFill>
                  <a:schemeClr val="tx1"/>
                </a:solidFill>
                <a:latin typeface="Arial"/>
                <a:ea typeface="Arial Unicode MS" panose="020B0604020202020204" pitchFamily="34" charset="-128"/>
                <a:cs typeface="+mn-cs"/>
              </a:rPr>
              <a:t>SAP affiliate company.</a:t>
            </a:r>
          </a:p>
          <a:p>
            <a:pPr>
              <a:spcBef>
                <a:spcPts val="1200"/>
              </a:spcBef>
            </a:pPr>
            <a:r>
              <a:rPr lang="en-US" sz="1000" kern="1200" dirty="0" smtClean="0">
                <a:solidFill>
                  <a:schemeClr val="tx1"/>
                </a:solidFill>
                <a:latin typeface="Arial"/>
                <a:ea typeface="Arial Unicode MS" panose="020B0604020202020204" pitchFamily="34" charset="-128"/>
                <a:cs typeface="+mn-cs"/>
              </a:rPr>
              <a:t>SAP and other SAP products and services mentioned herein as well as their respective logos are trademarks or registered trademarks of SAP SE </a:t>
            </a:r>
            <a:br>
              <a:rPr lang="en-US" sz="1000" kern="1200" dirty="0" smtClean="0">
                <a:solidFill>
                  <a:schemeClr val="tx1"/>
                </a:solidFill>
                <a:latin typeface="Arial"/>
                <a:ea typeface="Arial Unicode MS" panose="020B0604020202020204" pitchFamily="34" charset="-128"/>
                <a:cs typeface="+mn-cs"/>
              </a:rPr>
            </a:br>
            <a:r>
              <a:rPr lang="en-US" sz="1000" kern="1200" dirty="0" smtClean="0">
                <a:solidFill>
                  <a:schemeClr val="tx1"/>
                </a:solidFill>
                <a:latin typeface="Arial"/>
                <a:ea typeface="Arial Unicode MS" panose="020B0604020202020204" pitchFamily="34" charset="-128"/>
                <a:cs typeface="+mn-cs"/>
              </a:rPr>
              <a:t>(or an SAP affiliate company) in Germany and other countries. Please see </a:t>
            </a:r>
            <a:r>
              <a:rPr lang="en-US" sz="1000" kern="1200" dirty="0" smtClean="0">
                <a:solidFill>
                  <a:schemeClr val="tx1"/>
                </a:solidFill>
                <a:latin typeface="Arial"/>
                <a:ea typeface="Arial Unicode MS" panose="020B0604020202020204" pitchFamily="34" charset="-128"/>
                <a:cs typeface="+mn-cs"/>
                <a:hlinkClick r:id="rId2"/>
              </a:rPr>
              <a:t>http://global12.sap.com/corporate-en/legal/copyright/index.epx</a:t>
            </a:r>
            <a:r>
              <a:rPr lang="en-US" sz="1000" kern="1200" dirty="0" smtClean="0">
                <a:solidFill>
                  <a:schemeClr val="tx1"/>
                </a:solidFill>
                <a:latin typeface="Arial"/>
                <a:ea typeface="Arial Unicode MS" panose="020B0604020202020204" pitchFamily="34" charset="-128"/>
                <a:cs typeface="+mn-cs"/>
              </a:rPr>
              <a:t> for additional trademark information and notices.</a:t>
            </a:r>
          </a:p>
          <a:p>
            <a:pPr>
              <a:spcBef>
                <a:spcPts val="1200"/>
              </a:spcBef>
            </a:pPr>
            <a:r>
              <a:rPr lang="en-US" sz="1000" kern="1200" dirty="0" smtClean="0">
                <a:solidFill>
                  <a:schemeClr val="tx1"/>
                </a:solidFill>
                <a:latin typeface="Arial"/>
                <a:ea typeface="Arial Unicode MS" panose="020B0604020202020204" pitchFamily="34" charset="-128"/>
                <a:cs typeface="+mn-cs"/>
              </a:rPr>
              <a:t>Some software products marketed by SAP SE and its distributors contain proprietary software components of other software vendors.</a:t>
            </a:r>
          </a:p>
          <a:p>
            <a:pPr>
              <a:spcBef>
                <a:spcPts val="1200"/>
              </a:spcBef>
            </a:pPr>
            <a:r>
              <a:rPr lang="en-US" sz="1000" kern="1200" dirty="0" smtClean="0">
                <a:solidFill>
                  <a:schemeClr val="tx1"/>
                </a:solidFill>
                <a:latin typeface="Arial"/>
                <a:ea typeface="Arial Unicode MS" panose="020B0604020202020204" pitchFamily="34" charset="-128"/>
                <a:cs typeface="+mn-cs"/>
              </a:rPr>
              <a:t>National product specifications may vary.</a:t>
            </a:r>
          </a:p>
          <a:p>
            <a:pPr>
              <a:spcBef>
                <a:spcPts val="1200"/>
              </a:spcBef>
            </a:pPr>
            <a:r>
              <a:rPr lang="en-US" sz="1000" kern="1200" dirty="0" smtClean="0">
                <a:solidFill>
                  <a:schemeClr val="tx1"/>
                </a:solidFill>
                <a:latin typeface="Arial"/>
                <a:ea typeface="Arial Unicode MS" panose="020B0604020202020204" pitchFamily="34" charset="-128"/>
                <a:cs typeface="+mn-cs"/>
              </a:rPr>
              <a:t>These materials are provided by SAP SE or an SAP affiliate company for informational purposes only, without representation or warranty of any kind, and SAP SE or its affiliated companies shall not be liable for errors or omissions with respect to the materials. The only warranties for SAP SE or </a:t>
            </a:r>
            <a:br>
              <a:rPr lang="en-US" sz="1000" kern="1200" dirty="0" smtClean="0">
                <a:solidFill>
                  <a:schemeClr val="tx1"/>
                </a:solidFill>
                <a:latin typeface="Arial"/>
                <a:ea typeface="Arial Unicode MS" panose="020B0604020202020204" pitchFamily="34" charset="-128"/>
                <a:cs typeface="+mn-cs"/>
              </a:rPr>
            </a:br>
            <a:r>
              <a:rPr lang="en-US" sz="1000" kern="1200" dirty="0" smtClean="0">
                <a:solidFill>
                  <a:schemeClr val="tx1"/>
                </a:solidFill>
                <a:latin typeface="Arial"/>
                <a:ea typeface="Arial Unicode MS" panose="020B0604020202020204" pitchFamily="34" charset="-128"/>
                <a:cs typeface="+mn-cs"/>
              </a:rPr>
              <a:t>SAP affiliate company products and services are those that are set forth in the express warranty statements accompanying such products and </a:t>
            </a:r>
            <a:br>
              <a:rPr lang="en-US" sz="1000" kern="1200" dirty="0" smtClean="0">
                <a:solidFill>
                  <a:schemeClr val="tx1"/>
                </a:solidFill>
                <a:latin typeface="Arial"/>
                <a:ea typeface="Arial Unicode MS" panose="020B0604020202020204" pitchFamily="34" charset="-128"/>
                <a:cs typeface="+mn-cs"/>
              </a:rPr>
            </a:br>
            <a:r>
              <a:rPr lang="en-US" sz="1000" kern="1200" dirty="0" smtClean="0">
                <a:solidFill>
                  <a:schemeClr val="tx1"/>
                </a:solidFill>
                <a:latin typeface="Arial"/>
                <a:ea typeface="Arial Unicode MS" panose="020B0604020202020204" pitchFamily="34" charset="-128"/>
                <a:cs typeface="+mn-cs"/>
              </a:rPr>
              <a:t>services, if any. Nothing herein should be construed as constituting an additional warranty. </a:t>
            </a:r>
          </a:p>
          <a:p>
            <a:pPr>
              <a:spcBef>
                <a:spcPts val="1200"/>
              </a:spcBef>
            </a:pPr>
            <a:r>
              <a:rPr lang="en-US" sz="1000" kern="1200" dirty="0" smtClean="0">
                <a:solidFill>
                  <a:schemeClr val="tx1"/>
                </a:solidFill>
                <a:latin typeface="Arial"/>
                <a:ea typeface="Arial Unicode MS" panose="020B0604020202020204" pitchFamily="34" charset="-128"/>
                <a:cs typeface="+mn-cs"/>
              </a:rPr>
              <a:t>In particular, SAP SE or its affiliated companies have no obligation to pursue any course of business outlined in this document or any related presentation, or to develop or release any functionality mentioned therein. This document, or any related presentation, and SAP SE’s or its affiliated companies’ strategy and possible future developments, products, and/or platform directions and functionality are all subject to change and may be changed by SAP SE or its affiliated companies at any time for any reason without notice. The information in this document is not a commitment, promise, or legal obligation to deliver any material, code, or functionality. All forward-looking statements are subject to various risks and uncertainties that could cause actual results to differ materially from expectations. Readers are cautioned not to place undue reliance on these forward-looking statements, which speak only as of their dates, and they should not be relied upon in making purchasing decisions.</a:t>
            </a:r>
          </a:p>
        </p:txBody>
      </p:sp>
    </p:spTree>
    <p:extLst>
      <p:ext uri="{BB962C8B-B14F-4D97-AF65-F5344CB8AC3E}">
        <p14:creationId xmlns:p14="http://schemas.microsoft.com/office/powerpoint/2010/main" val="149091963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pyright german">
    <p:bg bwMode="gray">
      <p:bgRef idx="1001">
        <a:schemeClr val="bg1"/>
      </p:bgRef>
    </p:bg>
    <p:spTree>
      <p:nvGrpSpPr>
        <p:cNvPr id="1" name=""/>
        <p:cNvGrpSpPr/>
        <p:nvPr/>
      </p:nvGrpSpPr>
      <p:grpSpPr>
        <a:xfrm>
          <a:off x="0" y="0"/>
          <a:ext cx="0" cy="0"/>
          <a:chOff x="0" y="0"/>
          <a:chExt cx="0" cy="0"/>
        </a:xfrm>
      </p:grpSpPr>
      <p:sp>
        <p:nvSpPr>
          <p:cNvPr id="11" name="TextBox 10"/>
          <p:cNvSpPr txBox="1"/>
          <p:nvPr userDrawn="1"/>
        </p:nvSpPr>
        <p:spPr bwMode="gray">
          <a:xfrm>
            <a:off x="324000" y="324000"/>
            <a:ext cx="8496150" cy="756000"/>
          </a:xfrm>
          <a:prstGeom prst="rect">
            <a:avLst/>
          </a:prstGeom>
        </p:spPr>
        <p:txBody>
          <a:bodyPr vert="horz" lIns="0" tIns="0" rIns="0" bIns="0" rtlCol="0" anchor="ctr" anchorCtr="0">
            <a:noAutofit/>
          </a:bodyPr>
          <a:lstStyle/>
          <a:p>
            <a:pPr marL="0" marR="0" indent="0" algn="l" defTabSz="914400" rtl="0" eaLnBrk="1" fontAlgn="auto" latinLnBrk="0" hangingPunct="1">
              <a:lnSpc>
                <a:spcPct val="100000"/>
              </a:lnSpc>
              <a:spcBef>
                <a:spcPct val="0"/>
              </a:spcBef>
              <a:spcAft>
                <a:spcPts val="0"/>
              </a:spcAft>
              <a:buClrTx/>
              <a:buSzTx/>
              <a:buFontTx/>
              <a:buNone/>
              <a:tabLst/>
              <a:defRPr/>
            </a:pPr>
            <a:r>
              <a:rPr lang="de-DE" sz="2400" b="1" kern="1200" noProof="0" dirty="0" smtClean="0">
                <a:solidFill>
                  <a:schemeClr val="accent2"/>
                </a:solidFill>
                <a:latin typeface="+mj-lt"/>
                <a:ea typeface="+mj-ea"/>
                <a:cs typeface="+mj-cs"/>
              </a:rPr>
              <a:t>© 2016 SAP SE oder ein SAP-Konzernunternehmen. </a:t>
            </a:r>
            <a:br>
              <a:rPr lang="de-DE" sz="2400" b="1" kern="1200" noProof="0" dirty="0" smtClean="0">
                <a:solidFill>
                  <a:schemeClr val="accent2"/>
                </a:solidFill>
                <a:latin typeface="+mj-lt"/>
                <a:ea typeface="+mj-ea"/>
                <a:cs typeface="+mj-cs"/>
              </a:rPr>
            </a:br>
            <a:r>
              <a:rPr lang="de-DE" sz="2400" b="1" kern="1200" noProof="0" dirty="0" smtClean="0">
                <a:solidFill>
                  <a:schemeClr val="accent2"/>
                </a:solidFill>
                <a:latin typeface="+mj-lt"/>
                <a:ea typeface="+mj-ea"/>
                <a:cs typeface="+mj-cs"/>
              </a:rPr>
              <a:t>Alle Rechte vorbehalten.</a:t>
            </a:r>
          </a:p>
        </p:txBody>
      </p:sp>
      <p:sp>
        <p:nvSpPr>
          <p:cNvPr id="6" name="TextBox 5"/>
          <p:cNvSpPr txBox="1"/>
          <p:nvPr/>
        </p:nvSpPr>
        <p:spPr bwMode="gray">
          <a:xfrm>
            <a:off x="324000" y="1692000"/>
            <a:ext cx="8496150" cy="4001095"/>
          </a:xfrm>
          <a:prstGeom prst="rect">
            <a:avLst/>
          </a:prstGeom>
          <a:noFill/>
        </p:spPr>
        <p:txBody>
          <a:bodyPr wrap="square" lIns="0" tIns="0" rIns="0" bIns="0" rtlCol="0">
            <a:spAutoFit/>
          </a:bodyPr>
          <a:lstStyle/>
          <a:p>
            <a:r>
              <a:rPr lang="de-DE" sz="1000" kern="1200" noProof="0" dirty="0" smtClean="0">
                <a:solidFill>
                  <a:schemeClr val="tx1"/>
                </a:solidFill>
                <a:effectLst/>
                <a:latin typeface="Arial"/>
                <a:ea typeface="+mn-ea"/>
                <a:cs typeface="+mn-cs"/>
              </a:rPr>
              <a:t>Weitergabe und Vervielfältigung dieser Publikation oder von Teilen daraus sind, zu welchem Zweck und in welcher Form auch immer, ohne die ausdrückliche schriftliche Genehmigung durch </a:t>
            </a:r>
            <a:r>
              <a:rPr lang="en-US" sz="1000" kern="1200" dirty="0" smtClean="0">
                <a:solidFill>
                  <a:schemeClr val="tx1"/>
                </a:solidFill>
                <a:latin typeface="Arial"/>
                <a:ea typeface="Arial Unicode MS" panose="020B0604020202020204" pitchFamily="34" charset="-128"/>
                <a:cs typeface="+mn-cs"/>
              </a:rPr>
              <a:t>SAP SE </a:t>
            </a:r>
            <a:r>
              <a:rPr lang="de-DE" sz="1000" kern="1200" noProof="0" dirty="0" smtClean="0">
                <a:solidFill>
                  <a:schemeClr val="tx1"/>
                </a:solidFill>
                <a:effectLst/>
                <a:latin typeface="Arial"/>
                <a:ea typeface="+mn-ea"/>
                <a:cs typeface="+mn-cs"/>
              </a:rPr>
              <a:t>oder ein SAP-Konzernunternehmen nicht gestattet.</a:t>
            </a:r>
          </a:p>
          <a:p>
            <a:pPr>
              <a:spcBef>
                <a:spcPts val="1200"/>
              </a:spcBef>
            </a:pPr>
            <a:r>
              <a:rPr lang="de-DE" sz="1000" kern="1200" noProof="0" dirty="0" smtClean="0">
                <a:solidFill>
                  <a:schemeClr val="tx1"/>
                </a:solidFill>
                <a:effectLst/>
                <a:latin typeface="Arial"/>
                <a:ea typeface="+mn-ea"/>
                <a:cs typeface="+mn-cs"/>
              </a:rPr>
              <a:t>SAP und andere in diesem Dokument erwähnte Produkte und Dienstleistungen von SAP sowie die dazugehörigen Logos sind Marken oder eingetragene Marken der </a:t>
            </a:r>
            <a:r>
              <a:rPr lang="en-US" sz="1000" kern="1200" dirty="0" smtClean="0">
                <a:solidFill>
                  <a:schemeClr val="tx1"/>
                </a:solidFill>
                <a:latin typeface="Arial"/>
                <a:ea typeface="Arial Unicode MS" panose="020B0604020202020204" pitchFamily="34" charset="-128"/>
                <a:cs typeface="+mn-cs"/>
              </a:rPr>
              <a:t>SAP SE </a:t>
            </a:r>
            <a:r>
              <a:rPr lang="de-DE" sz="1000" kern="1200" noProof="0" dirty="0" smtClean="0">
                <a:solidFill>
                  <a:schemeClr val="tx1"/>
                </a:solidFill>
                <a:effectLst/>
                <a:latin typeface="Arial"/>
                <a:ea typeface="+mn-ea"/>
                <a:cs typeface="+mn-cs"/>
              </a:rPr>
              <a:t>(oder von einem SAP-Konzernunternehmen) in Deutschland und verschiedenen anderen Ländern weltweit. </a:t>
            </a:r>
            <a:br>
              <a:rPr lang="de-DE" sz="1000" kern="1200" noProof="0" dirty="0" smtClean="0">
                <a:solidFill>
                  <a:schemeClr val="tx1"/>
                </a:solidFill>
                <a:effectLst/>
                <a:latin typeface="Arial"/>
                <a:ea typeface="+mn-ea"/>
                <a:cs typeface="+mn-cs"/>
              </a:rPr>
            </a:br>
            <a:r>
              <a:rPr lang="de-DE" sz="1000" kern="1200" noProof="0" dirty="0" smtClean="0">
                <a:solidFill>
                  <a:schemeClr val="tx1"/>
                </a:solidFill>
                <a:effectLst/>
                <a:latin typeface="Arial"/>
                <a:ea typeface="+mn-ea"/>
                <a:cs typeface="+mn-cs"/>
              </a:rPr>
              <a:t>Weitere Hinweise und Informationen zum Markenrecht finden Sie unter </a:t>
            </a:r>
            <a:r>
              <a:rPr lang="de-DE" sz="1000" kern="1200" noProof="0" dirty="0" smtClean="0">
                <a:solidFill>
                  <a:schemeClr val="tx1"/>
                </a:solidFill>
                <a:effectLst/>
                <a:latin typeface="Arial"/>
                <a:ea typeface="+mn-ea"/>
                <a:cs typeface="+mn-cs"/>
                <a:hlinkClick r:id="rId2"/>
              </a:rPr>
              <a:t>http://global.sap.com/corporate-de/legal/copyright/index.epx</a:t>
            </a:r>
            <a:r>
              <a:rPr lang="de-DE" sz="1000" kern="1200" noProof="0" dirty="0" smtClean="0">
                <a:solidFill>
                  <a:schemeClr val="tx1"/>
                </a:solidFill>
                <a:effectLst/>
                <a:latin typeface="Arial"/>
                <a:ea typeface="+mn-ea"/>
                <a:cs typeface="+mn-cs"/>
              </a:rPr>
              <a:t>.</a:t>
            </a:r>
          </a:p>
          <a:p>
            <a:pPr>
              <a:spcBef>
                <a:spcPts val="1200"/>
              </a:spcBef>
            </a:pPr>
            <a:r>
              <a:rPr lang="de-DE" sz="1000" kern="1200" noProof="0" dirty="0" smtClean="0">
                <a:solidFill>
                  <a:schemeClr val="tx1"/>
                </a:solidFill>
                <a:effectLst/>
                <a:latin typeface="Arial"/>
                <a:ea typeface="+mn-ea"/>
                <a:cs typeface="+mn-cs"/>
              </a:rPr>
              <a:t>Die von </a:t>
            </a:r>
            <a:r>
              <a:rPr lang="en-US" sz="1000" kern="1200" dirty="0" smtClean="0">
                <a:solidFill>
                  <a:schemeClr val="tx1"/>
                </a:solidFill>
                <a:latin typeface="Arial"/>
                <a:ea typeface="Arial Unicode MS" panose="020B0604020202020204" pitchFamily="34" charset="-128"/>
                <a:cs typeface="+mn-cs"/>
              </a:rPr>
              <a:t>SAP SE </a:t>
            </a:r>
            <a:r>
              <a:rPr lang="de-DE" sz="1000" kern="1200" noProof="0" dirty="0" smtClean="0">
                <a:solidFill>
                  <a:schemeClr val="tx1"/>
                </a:solidFill>
                <a:effectLst/>
                <a:latin typeface="Arial"/>
                <a:ea typeface="+mn-ea"/>
                <a:cs typeface="+mn-cs"/>
              </a:rPr>
              <a:t>oder deren Vertriebsfirmen angebotenen Softwareprodukte können Softwarekomponenten auch anderer Softwarehersteller enthalten.</a:t>
            </a:r>
          </a:p>
          <a:p>
            <a:pPr>
              <a:spcBef>
                <a:spcPts val="1200"/>
              </a:spcBef>
            </a:pPr>
            <a:r>
              <a:rPr lang="de-DE" sz="1000" kern="1200" noProof="0" dirty="0" smtClean="0">
                <a:solidFill>
                  <a:schemeClr val="tx1"/>
                </a:solidFill>
                <a:effectLst/>
                <a:latin typeface="Arial"/>
                <a:ea typeface="+mn-ea"/>
                <a:cs typeface="+mn-cs"/>
              </a:rPr>
              <a:t>Produkte können länderspezifische Unterschiede aufweisen.</a:t>
            </a:r>
          </a:p>
          <a:p>
            <a:pPr>
              <a:spcBef>
                <a:spcPts val="1200"/>
              </a:spcBef>
            </a:pPr>
            <a:r>
              <a:rPr lang="de-DE" sz="1000" kern="1200" noProof="0" dirty="0" smtClean="0">
                <a:solidFill>
                  <a:schemeClr val="tx1"/>
                </a:solidFill>
                <a:effectLst/>
                <a:latin typeface="Arial"/>
                <a:ea typeface="+mn-ea"/>
                <a:cs typeface="+mn-cs"/>
              </a:rPr>
              <a:t>Die vorliegenden Unterlagen werden von der </a:t>
            </a:r>
            <a:r>
              <a:rPr lang="en-US" sz="1000" kern="1200" dirty="0" smtClean="0">
                <a:solidFill>
                  <a:schemeClr val="tx1"/>
                </a:solidFill>
                <a:latin typeface="Arial"/>
                <a:ea typeface="Arial Unicode MS" panose="020B0604020202020204" pitchFamily="34" charset="-128"/>
                <a:cs typeface="+mn-cs"/>
              </a:rPr>
              <a:t>SAP SE </a:t>
            </a:r>
            <a:r>
              <a:rPr lang="de-DE" sz="1000" kern="1200" noProof="0" dirty="0" smtClean="0">
                <a:solidFill>
                  <a:schemeClr val="tx1"/>
                </a:solidFill>
                <a:effectLst/>
                <a:latin typeface="Arial"/>
                <a:ea typeface="+mn-ea"/>
                <a:cs typeface="+mn-cs"/>
              </a:rPr>
              <a:t>oder einem SAP-Konzernunternehmen bereitgestellt und dienen ausschließlich zu Informations-zwecken. Die </a:t>
            </a:r>
            <a:r>
              <a:rPr lang="en-US" sz="1000" kern="1200" dirty="0" smtClean="0">
                <a:solidFill>
                  <a:schemeClr val="tx1"/>
                </a:solidFill>
                <a:latin typeface="Arial"/>
                <a:ea typeface="Arial Unicode MS" panose="020B0604020202020204" pitchFamily="34" charset="-128"/>
                <a:cs typeface="+mn-cs"/>
              </a:rPr>
              <a:t>SAP SE </a:t>
            </a:r>
            <a:r>
              <a:rPr lang="de-DE" sz="1000" kern="1200" noProof="0" dirty="0" smtClean="0">
                <a:solidFill>
                  <a:schemeClr val="tx1"/>
                </a:solidFill>
                <a:effectLst/>
                <a:latin typeface="Arial"/>
                <a:ea typeface="+mn-ea"/>
                <a:cs typeface="+mn-cs"/>
              </a:rPr>
              <a:t>oder ihre Konzernunternehmen übernehmen keinerlei Haftung oder Gewährleistung für Fehler oder Unvollständigkeiten in </a:t>
            </a:r>
            <a:br>
              <a:rPr lang="de-DE" sz="1000" kern="1200" noProof="0" dirty="0" smtClean="0">
                <a:solidFill>
                  <a:schemeClr val="tx1"/>
                </a:solidFill>
                <a:effectLst/>
                <a:latin typeface="Arial"/>
                <a:ea typeface="+mn-ea"/>
                <a:cs typeface="+mn-cs"/>
              </a:rPr>
            </a:br>
            <a:r>
              <a:rPr lang="de-DE" sz="1000" kern="1200" noProof="0" dirty="0" smtClean="0">
                <a:solidFill>
                  <a:schemeClr val="tx1"/>
                </a:solidFill>
                <a:effectLst/>
                <a:latin typeface="Arial"/>
                <a:ea typeface="+mn-ea"/>
                <a:cs typeface="+mn-cs"/>
              </a:rPr>
              <a:t>dieser Publikation. Die </a:t>
            </a:r>
            <a:r>
              <a:rPr lang="en-US" sz="1000" kern="1200" dirty="0" smtClean="0">
                <a:solidFill>
                  <a:schemeClr val="tx1"/>
                </a:solidFill>
                <a:latin typeface="Arial"/>
                <a:ea typeface="Arial Unicode MS" panose="020B0604020202020204" pitchFamily="34" charset="-128"/>
                <a:cs typeface="+mn-cs"/>
              </a:rPr>
              <a:t>SAP SE </a:t>
            </a:r>
            <a:r>
              <a:rPr lang="de-DE" sz="1000" kern="1200" noProof="0" dirty="0" smtClean="0">
                <a:solidFill>
                  <a:schemeClr val="tx1"/>
                </a:solidFill>
                <a:effectLst/>
                <a:latin typeface="Arial"/>
                <a:ea typeface="+mn-ea"/>
                <a:cs typeface="+mn-cs"/>
              </a:rPr>
              <a:t>oder ein SAP-Konzernunternehmen steht lediglich für Produkte und Dienstleistungen nach der Maßgabe ein, die in der Vereinbarung über die jeweiligen Produkte und Dienstleistungen ausdrücklich geregelt ist. Keine der hierin enthaltenen Informationen ist als zusätzliche Garantie zu interpretieren. 	 </a:t>
            </a:r>
          </a:p>
          <a:p>
            <a:pPr>
              <a:spcBef>
                <a:spcPts val="1200"/>
              </a:spcBef>
            </a:pPr>
            <a:r>
              <a:rPr lang="de-DE" sz="1000" kern="1200" noProof="0" dirty="0" smtClean="0">
                <a:solidFill>
                  <a:schemeClr val="tx1"/>
                </a:solidFill>
                <a:effectLst/>
                <a:latin typeface="Arial"/>
                <a:ea typeface="+mn-ea"/>
                <a:cs typeface="+mn-cs"/>
              </a:rPr>
              <a:t>Insbesondere sind die </a:t>
            </a:r>
            <a:r>
              <a:rPr lang="en-US" sz="1000" kern="1200" dirty="0" smtClean="0">
                <a:solidFill>
                  <a:schemeClr val="tx1"/>
                </a:solidFill>
                <a:latin typeface="Arial"/>
                <a:ea typeface="Arial Unicode MS" panose="020B0604020202020204" pitchFamily="34" charset="-128"/>
                <a:cs typeface="+mn-cs"/>
              </a:rPr>
              <a:t>SAP SE </a:t>
            </a:r>
            <a:r>
              <a:rPr lang="de-DE" sz="1000" kern="1200" noProof="0" dirty="0" smtClean="0">
                <a:solidFill>
                  <a:schemeClr val="tx1"/>
                </a:solidFill>
                <a:effectLst/>
                <a:latin typeface="Arial"/>
                <a:ea typeface="+mn-ea"/>
                <a:cs typeface="+mn-cs"/>
              </a:rPr>
              <a:t>oder ihre Konzernunternehmen in keiner Weise verpflichtet, in dieser Publikation oder einer zugehörigen Präsentation dargestellte Geschäftsabläufe zu verfolgen oder hierin wiedergegebene Funktionen zu entwickeln oder zu veröffentlichen. Diese Publikation oder </a:t>
            </a:r>
            <a:br>
              <a:rPr lang="de-DE" sz="1000" kern="1200" noProof="0" dirty="0" smtClean="0">
                <a:solidFill>
                  <a:schemeClr val="tx1"/>
                </a:solidFill>
                <a:effectLst/>
                <a:latin typeface="Arial"/>
                <a:ea typeface="+mn-ea"/>
                <a:cs typeface="+mn-cs"/>
              </a:rPr>
            </a:br>
            <a:r>
              <a:rPr lang="de-DE" sz="1000" kern="1200" noProof="0" dirty="0" smtClean="0">
                <a:solidFill>
                  <a:schemeClr val="tx1"/>
                </a:solidFill>
                <a:effectLst/>
                <a:latin typeface="Arial"/>
                <a:ea typeface="+mn-ea"/>
                <a:cs typeface="+mn-cs"/>
              </a:rPr>
              <a:t>eine zugehörige Präsentation, die Strategie und etwaige künftige Entwicklungen, Produkte und/oder Plattformen der </a:t>
            </a:r>
            <a:r>
              <a:rPr lang="en-US" sz="1000" kern="1200" dirty="0" smtClean="0">
                <a:solidFill>
                  <a:schemeClr val="tx1"/>
                </a:solidFill>
                <a:latin typeface="Arial"/>
                <a:ea typeface="Arial Unicode MS" panose="020B0604020202020204" pitchFamily="34" charset="-128"/>
                <a:cs typeface="+mn-cs"/>
              </a:rPr>
              <a:t>SAP SE </a:t>
            </a:r>
            <a:r>
              <a:rPr lang="de-DE" sz="1000" kern="1200" noProof="0" dirty="0" smtClean="0">
                <a:solidFill>
                  <a:schemeClr val="tx1"/>
                </a:solidFill>
                <a:effectLst/>
                <a:latin typeface="Arial"/>
                <a:ea typeface="+mn-ea"/>
                <a:cs typeface="+mn-cs"/>
              </a:rPr>
              <a:t>oder ihrer Konzern-</a:t>
            </a:r>
            <a:br>
              <a:rPr lang="de-DE" sz="1000" kern="1200" noProof="0" dirty="0" smtClean="0">
                <a:solidFill>
                  <a:schemeClr val="tx1"/>
                </a:solidFill>
                <a:effectLst/>
                <a:latin typeface="Arial"/>
                <a:ea typeface="+mn-ea"/>
                <a:cs typeface="+mn-cs"/>
              </a:rPr>
            </a:br>
            <a:r>
              <a:rPr lang="de-DE" sz="1000" kern="1200" noProof="0" dirty="0" smtClean="0">
                <a:solidFill>
                  <a:schemeClr val="tx1"/>
                </a:solidFill>
                <a:effectLst/>
                <a:latin typeface="Arial"/>
                <a:ea typeface="+mn-ea"/>
                <a:cs typeface="+mn-cs"/>
              </a:rPr>
              <a:t>unternehmen können von der </a:t>
            </a:r>
            <a:r>
              <a:rPr lang="en-US" sz="1000" kern="1200" dirty="0" smtClean="0">
                <a:solidFill>
                  <a:schemeClr val="tx1"/>
                </a:solidFill>
                <a:latin typeface="Arial"/>
                <a:ea typeface="Arial Unicode MS" panose="020B0604020202020204" pitchFamily="34" charset="-128"/>
                <a:cs typeface="+mn-cs"/>
              </a:rPr>
              <a:t>SAP SE </a:t>
            </a:r>
            <a:r>
              <a:rPr lang="de-DE" sz="1000" kern="1200" noProof="0" dirty="0" smtClean="0">
                <a:solidFill>
                  <a:schemeClr val="tx1"/>
                </a:solidFill>
                <a:effectLst/>
                <a:latin typeface="Arial"/>
                <a:ea typeface="+mn-ea"/>
                <a:cs typeface="+mn-cs"/>
              </a:rPr>
              <a:t>oder ihren Konzernunternehmen jederzeit und ohne Angabe von Gründen unangekündigt geändert werden. </a:t>
            </a:r>
            <a:br>
              <a:rPr lang="de-DE" sz="1000" kern="1200" noProof="0" dirty="0" smtClean="0">
                <a:solidFill>
                  <a:schemeClr val="tx1"/>
                </a:solidFill>
                <a:effectLst/>
                <a:latin typeface="Arial"/>
                <a:ea typeface="+mn-ea"/>
                <a:cs typeface="+mn-cs"/>
              </a:rPr>
            </a:br>
            <a:r>
              <a:rPr lang="de-DE" sz="1000" kern="1200" noProof="0" dirty="0" smtClean="0">
                <a:solidFill>
                  <a:schemeClr val="tx1"/>
                </a:solidFill>
                <a:effectLst/>
                <a:latin typeface="Arial"/>
                <a:ea typeface="+mn-ea"/>
                <a:cs typeface="+mn-cs"/>
              </a:rPr>
              <a:t>Die in dieser Publikation enthaltenen Informationen stellen keine Zusage, kein Versprechen und keine rechtliche Verpflichtung zur Lieferung von Material, Code oder Funktionen dar. Sämtliche vorausschauenden Aussagen unterliegen unterschiedlichen Risiken und Unsicherheiten, durch die </a:t>
            </a:r>
            <a:br>
              <a:rPr lang="de-DE" sz="1000" kern="1200" noProof="0" dirty="0" smtClean="0">
                <a:solidFill>
                  <a:schemeClr val="tx1"/>
                </a:solidFill>
                <a:effectLst/>
                <a:latin typeface="Arial"/>
                <a:ea typeface="+mn-ea"/>
                <a:cs typeface="+mn-cs"/>
              </a:rPr>
            </a:br>
            <a:r>
              <a:rPr lang="de-DE" sz="1000" kern="1200" noProof="0" dirty="0" smtClean="0">
                <a:solidFill>
                  <a:schemeClr val="tx1"/>
                </a:solidFill>
                <a:effectLst/>
                <a:latin typeface="Arial"/>
                <a:ea typeface="+mn-ea"/>
                <a:cs typeface="+mn-cs"/>
              </a:rPr>
              <a:t>die tatsächlichen Ergebnisse von den Erwartungen abweichen können. Die vorausschauenden Aussagen geben die Sicht zu dem Zeitpunkt wieder, </a:t>
            </a:r>
            <a:br>
              <a:rPr lang="de-DE" sz="1000" kern="1200" noProof="0" dirty="0" smtClean="0">
                <a:solidFill>
                  <a:schemeClr val="tx1"/>
                </a:solidFill>
                <a:effectLst/>
                <a:latin typeface="Arial"/>
                <a:ea typeface="+mn-ea"/>
                <a:cs typeface="+mn-cs"/>
              </a:rPr>
            </a:br>
            <a:r>
              <a:rPr lang="de-DE" sz="1000" kern="1200" noProof="0" dirty="0" smtClean="0">
                <a:solidFill>
                  <a:schemeClr val="tx1"/>
                </a:solidFill>
                <a:effectLst/>
                <a:latin typeface="Arial"/>
                <a:ea typeface="+mn-ea"/>
                <a:cs typeface="+mn-cs"/>
              </a:rPr>
              <a:t>zu dem sie getätigt wurden. Dem Leser wird empfohlen, diesen Aussagen kein übertriebenes Vertrauen zu schenken und sich bei Kaufentscheidungen nicht auf sie zu stützen.</a:t>
            </a:r>
          </a:p>
        </p:txBody>
      </p:sp>
    </p:spTree>
    <p:extLst>
      <p:ext uri="{BB962C8B-B14F-4D97-AF65-F5344CB8AC3E}">
        <p14:creationId xmlns:p14="http://schemas.microsoft.com/office/powerpoint/2010/main" val="8110859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gray">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bwMode="gray">
          <a:xfrm>
            <a:off x="324000" y="324000"/>
            <a:ext cx="8496000" cy="756000"/>
          </a:xfrm>
          <a:prstGeom prst="rect">
            <a:avLst/>
          </a:prstGeom>
        </p:spPr>
        <p:txBody>
          <a:bodyPr vert="horz" lIns="0" tIns="0" rIns="0" bIns="0" rtlCol="0" anchor="ctr" anchorCtr="0">
            <a:noAutofit/>
          </a:bodyPr>
          <a:lstStyle/>
          <a:p>
            <a:r>
              <a:rPr lang="en-US" noProof="0" dirty="0" smtClean="0"/>
              <a:t>Insert page title</a:t>
            </a:r>
            <a:endParaRPr lang="en-US" noProof="0" dirty="0"/>
          </a:p>
        </p:txBody>
      </p:sp>
      <p:sp>
        <p:nvSpPr>
          <p:cNvPr id="3" name="Text Placeholder 2"/>
          <p:cNvSpPr>
            <a:spLocks noGrp="1"/>
          </p:cNvSpPr>
          <p:nvPr>
            <p:ph type="body" idx="1"/>
          </p:nvPr>
        </p:nvSpPr>
        <p:spPr bwMode="gray">
          <a:xfrm>
            <a:off x="324000" y="1690687"/>
            <a:ext cx="8496000" cy="4391025"/>
          </a:xfrm>
          <a:prstGeom prst="rect">
            <a:avLst/>
          </a:prstGeom>
        </p:spPr>
        <p:txBody>
          <a:bodyPr vert="horz" lIns="0" tIns="0" rIns="0" bIns="0" rtlCol="0">
            <a:noAutofit/>
          </a:bodyPr>
          <a:lstStyle/>
          <a:p>
            <a:pPr lvl="0"/>
            <a:r>
              <a:rPr lang="en-US" noProof="0" dirty="0" smtClean="0"/>
              <a:t>First level</a:t>
            </a:r>
          </a:p>
          <a:p>
            <a:pPr lvl="1"/>
            <a:r>
              <a:rPr lang="en-US" noProof="0" dirty="0" smtClean="0"/>
              <a:t>Second level</a:t>
            </a:r>
          </a:p>
          <a:p>
            <a:pPr lvl="2"/>
            <a:r>
              <a:rPr lang="en-US" noProof="0" dirty="0" smtClean="0"/>
              <a:t>Third level</a:t>
            </a:r>
          </a:p>
          <a:p>
            <a:pPr lvl="3"/>
            <a:r>
              <a:rPr lang="en-US" noProof="0" dirty="0" smtClean="0"/>
              <a:t>Fourth level</a:t>
            </a:r>
          </a:p>
          <a:p>
            <a:pPr lvl="4"/>
            <a:r>
              <a:rPr lang="en-US" noProof="0" dirty="0" smtClean="0"/>
              <a:t>Fifth level</a:t>
            </a:r>
            <a:endParaRPr lang="en-US" noProof="0" dirty="0"/>
          </a:p>
        </p:txBody>
      </p:sp>
      <p:sp>
        <p:nvSpPr>
          <p:cNvPr id="33" name="Rectangle 32"/>
          <p:cNvSpPr/>
          <p:nvPr userDrawn="1"/>
        </p:nvSpPr>
        <p:spPr bwMode="gray">
          <a:xfrm>
            <a:off x="324000" y="0"/>
            <a:ext cx="8496000" cy="162000"/>
          </a:xfrm>
          <a:prstGeom prst="rect">
            <a:avLst/>
          </a:prstGeom>
          <a:solidFill>
            <a:schemeClr val="accent1"/>
          </a:solidFill>
          <a:ln w="9525"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600" b="0" i="0" u="none" strike="noStrike" kern="0" cap="none" spc="0" normalizeH="0" baseline="0" noProof="0" dirty="0" err="1" smtClean="0">
              <a:ln>
                <a:noFill/>
              </a:ln>
              <a:effectLst/>
              <a:uLnTx/>
              <a:uFillTx/>
              <a:ea typeface="Arial Unicode MS" pitchFamily="34" charset="-128"/>
              <a:cs typeface="Arial Unicode MS" pitchFamily="34" charset="-128"/>
            </a:endParaRPr>
          </a:p>
        </p:txBody>
      </p:sp>
      <p:cxnSp>
        <p:nvCxnSpPr>
          <p:cNvPr id="8" name="Straight Connector 7"/>
          <p:cNvCxnSpPr/>
          <p:nvPr/>
        </p:nvCxnSpPr>
        <p:spPr>
          <a:xfrm>
            <a:off x="324000" y="1231200"/>
            <a:ext cx="8496300" cy="0"/>
          </a:xfrm>
          <a:prstGeom prst="line">
            <a:avLst/>
          </a:prstGeom>
          <a:ln w="6350">
            <a:solidFill>
              <a:schemeClr val="accent2"/>
            </a:solidFill>
          </a:ln>
        </p:spPr>
        <p:style>
          <a:lnRef idx="1">
            <a:schemeClr val="accent1"/>
          </a:lnRef>
          <a:fillRef idx="0">
            <a:schemeClr val="accent1"/>
          </a:fillRef>
          <a:effectRef idx="0">
            <a:schemeClr val="accent1"/>
          </a:effectRef>
          <a:fontRef idx="minor">
            <a:schemeClr val="tx1"/>
          </a:fontRef>
        </p:style>
      </p:cxnSp>
      <p:sp>
        <p:nvSpPr>
          <p:cNvPr id="95" name="Rectangle 94"/>
          <p:cNvSpPr/>
          <p:nvPr/>
        </p:nvSpPr>
        <p:spPr bwMode="white">
          <a:xfrm>
            <a:off x="324000" y="6535738"/>
            <a:ext cx="8496000" cy="324000"/>
          </a:xfrm>
          <a:prstGeom prst="rect">
            <a:avLst/>
          </a:prstGeom>
          <a:solidFill>
            <a:schemeClr val="tx1"/>
          </a:solidFill>
          <a:ln w="9525"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900" b="0" i="0" u="none" strike="noStrike" kern="0" cap="none" spc="0" normalizeH="0" baseline="0" noProof="0" dirty="0" err="1" smtClean="0">
              <a:ln>
                <a:noFill/>
              </a:ln>
              <a:effectLst/>
              <a:uLnTx/>
              <a:uFillTx/>
              <a:ea typeface="Arial Unicode MS" pitchFamily="34" charset="-128"/>
              <a:cs typeface="Arial Unicode MS" pitchFamily="34" charset="-128"/>
            </a:endParaRPr>
          </a:p>
        </p:txBody>
      </p:sp>
      <p:sp>
        <p:nvSpPr>
          <p:cNvPr id="10" name="TextBox 9"/>
          <p:cNvSpPr txBox="1"/>
          <p:nvPr/>
        </p:nvSpPr>
        <p:spPr bwMode="black">
          <a:xfrm>
            <a:off x="324000" y="6628489"/>
            <a:ext cx="3387713" cy="138499"/>
          </a:xfrm>
          <a:prstGeom prst="rect">
            <a:avLst/>
          </a:prstGeom>
          <a:noFill/>
        </p:spPr>
        <p:txBody>
          <a:bodyPr wrap="none" lIns="72000" tIns="0" rIns="0" bIns="0" rtlCol="0">
            <a:spAutoFit/>
          </a:bodyPr>
          <a:lstStyle/>
          <a:p>
            <a:pPr marL="133350" indent="-133350" algn="l">
              <a:buClr>
                <a:schemeClr val="bg1"/>
              </a:buClr>
              <a:buFont typeface="Arial" pitchFamily="34" charset="0"/>
              <a:buChar char="©"/>
              <a:tabLst/>
            </a:pPr>
            <a:r>
              <a:rPr lang="en-US" sz="900" noProof="0" dirty="0" smtClean="0">
                <a:solidFill>
                  <a:schemeClr val="bg1"/>
                </a:solidFill>
              </a:rPr>
              <a:t>2016 SAP SE or an SAP affiliate company. All rights reserved.</a:t>
            </a:r>
          </a:p>
        </p:txBody>
      </p:sp>
      <p:sp>
        <p:nvSpPr>
          <p:cNvPr id="34" name="TextBox 33"/>
          <p:cNvSpPr txBox="1"/>
          <p:nvPr/>
        </p:nvSpPr>
        <p:spPr bwMode="black">
          <a:xfrm>
            <a:off x="8609557" y="6628489"/>
            <a:ext cx="213768" cy="138499"/>
          </a:xfrm>
          <a:prstGeom prst="rect">
            <a:avLst/>
          </a:prstGeom>
          <a:noFill/>
        </p:spPr>
        <p:txBody>
          <a:bodyPr wrap="none" lIns="0" tIns="0" rIns="72000" bIns="0" rtlCol="0">
            <a:spAutoFit/>
          </a:bodyPr>
          <a:lstStyle/>
          <a:p>
            <a:pPr marL="93663" indent="-93663" algn="r">
              <a:buClr>
                <a:schemeClr val="accent2"/>
              </a:buClr>
              <a:buFont typeface="Arial" pitchFamily="34" charset="0"/>
              <a:buNone/>
            </a:pPr>
            <a:fld id="{0BDC132A-5C91-4078-9777-31DA19A62E0A}" type="slidenum">
              <a:rPr lang="en-US" sz="900" baseline="0" noProof="0" smtClean="0">
                <a:solidFill>
                  <a:schemeClr val="bg1"/>
                </a:solidFill>
              </a:rPr>
              <a:pPr marL="93663" indent="-93663" algn="r">
                <a:buClr>
                  <a:schemeClr val="accent2"/>
                </a:buClr>
                <a:buFont typeface="Arial" pitchFamily="34" charset="0"/>
                <a:buNone/>
              </a:pPr>
              <a:t>‹#›</a:t>
            </a:fld>
            <a:endParaRPr lang="en-US" sz="900" noProof="0" dirty="0" smtClean="0">
              <a:solidFill>
                <a:schemeClr val="bg1"/>
              </a:solidFill>
            </a:endParaRPr>
          </a:p>
        </p:txBody>
      </p:sp>
      <p:sp>
        <p:nvSpPr>
          <p:cNvPr id="5" name="Information_Classification"/>
          <p:cNvSpPr txBox="1"/>
          <p:nvPr userDrawn="1"/>
        </p:nvSpPr>
        <p:spPr>
          <a:xfrm>
            <a:off x="10718800" y="6623893"/>
            <a:ext cx="1905000" cy="138499"/>
          </a:xfrm>
          <a:prstGeom prst="rect">
            <a:avLst/>
          </a:prstGeom>
          <a:noFill/>
        </p:spPr>
        <p:txBody>
          <a:bodyPr vert="horz" wrap="square" lIns="0" tIns="0" rIns="0" bIns="0" rtlCol="0">
            <a:spAutoFit/>
          </a:bodyPr>
          <a:lstStyle/>
          <a:p>
            <a:pPr algn="l" fontAlgn="base">
              <a:spcBef>
                <a:spcPts val="600"/>
              </a:spcBef>
              <a:spcAft>
                <a:spcPct val="0"/>
              </a:spcAft>
              <a:buClr>
                <a:srgbClr val="F0AB00"/>
              </a:buClr>
              <a:buSzPct val="80000"/>
            </a:pPr>
            <a:r>
              <a:rPr kumimoji="0" lang="en-US" sz="900" b="0" i="0" u="none" kern="0" baseline="0" dirty="0" smtClean="0">
                <a:solidFill>
                  <a:srgbClr val="FFFFFF"/>
                </a:solidFill>
                <a:latin typeface="Arial" panose="020B0604020202020204" pitchFamily="34" charset="0"/>
                <a:ea typeface="Arial Unicode MS" pitchFamily="34" charset="-128"/>
                <a:cs typeface="Arial Unicode MS" pitchFamily="34" charset="-128"/>
                <a:sym typeface="Arial" panose="020B0604020202020204" pitchFamily="34" charset="0"/>
              </a:rPr>
              <a:t>Customer</a:t>
            </a:r>
          </a:p>
        </p:txBody>
      </p:sp>
    </p:spTree>
    <p:extLst>
      <p:ext uri="{BB962C8B-B14F-4D97-AF65-F5344CB8AC3E}">
        <p14:creationId xmlns:p14="http://schemas.microsoft.com/office/powerpoint/2010/main" val="4280592124"/>
      </p:ext>
    </p:extLst>
  </p:cSld>
  <p:clrMap bg1="lt1" tx1="dk1" bg2="lt2" tx2="dk2" accent1="accent1" accent2="accent2" accent3="accent3" accent4="accent4" accent5="accent5" accent6="accent6" hlink="hlink" folHlink="folHlink"/>
  <p:sldLayoutIdLst>
    <p:sldLayoutId id="2147483738" r:id="rId1"/>
    <p:sldLayoutId id="2147483739" r:id="rId2"/>
    <p:sldLayoutId id="2147483740" r:id="rId3"/>
    <p:sldLayoutId id="2147483741" r:id="rId4"/>
    <p:sldLayoutId id="2147483742" r:id="rId5"/>
    <p:sldLayoutId id="2147483744" r:id="rId6"/>
    <p:sldLayoutId id="2147483745" r:id="rId7"/>
    <p:sldLayoutId id="2147483746" r:id="rId8"/>
    <p:sldLayoutId id="2147483747" r:id="rId9"/>
    <p:sldLayoutId id="2147483761" r:id="rId10"/>
    <p:sldLayoutId id="2147483748" r:id="rId11"/>
    <p:sldLayoutId id="2147483749" r:id="rId12"/>
    <p:sldLayoutId id="2147483750" r:id="rId13"/>
    <p:sldLayoutId id="2147483751" r:id="rId14"/>
    <p:sldLayoutId id="2147483752" r:id="rId15"/>
    <p:sldLayoutId id="2147483753" r:id="rId16"/>
    <p:sldLayoutId id="2147483754" r:id="rId17"/>
    <p:sldLayoutId id="2147483755" r:id="rId18"/>
    <p:sldLayoutId id="2147483756" r:id="rId19"/>
    <p:sldLayoutId id="2147483757" r:id="rId20"/>
    <p:sldLayoutId id="2147483758" r:id="rId21"/>
    <p:sldLayoutId id="2147483759" r:id="rId22"/>
    <p:sldLayoutId id="2147483760" r:id="rId23"/>
  </p:sldLayoutIdLst>
  <p:timing>
    <p:tnLst>
      <p:par>
        <p:cTn id="1" dur="indefinite" restart="never" nodeType="tmRoot"/>
      </p:par>
    </p:tnLst>
  </p:timing>
  <p:hf hdr="0" ftr="0" dt="0"/>
  <p:txStyles>
    <p:titleStyle>
      <a:lvl1pPr algn="l" defTabSz="914400" rtl="0" eaLnBrk="1" latinLnBrk="0" hangingPunct="1">
        <a:spcBef>
          <a:spcPct val="0"/>
        </a:spcBef>
        <a:buNone/>
        <a:defRPr sz="2400" b="1" kern="1200">
          <a:solidFill>
            <a:schemeClr val="accent2"/>
          </a:solidFill>
          <a:latin typeface="+mj-lt"/>
          <a:ea typeface="+mj-ea"/>
          <a:cs typeface="+mj-cs"/>
        </a:defRPr>
      </a:lvl1pPr>
    </p:titleStyle>
    <p:bodyStyle>
      <a:lvl1pPr marL="0" indent="0" algn="l" defTabSz="914400" rtl="0" eaLnBrk="1" latinLnBrk="0" hangingPunct="1">
        <a:spcBef>
          <a:spcPts val="1620"/>
        </a:spcBef>
        <a:buClr>
          <a:schemeClr val="accent1"/>
        </a:buClr>
        <a:buSzPct val="80000"/>
        <a:buFontTx/>
        <a:buNone/>
        <a:defRPr sz="1800" b="1" kern="1200">
          <a:solidFill>
            <a:schemeClr val="tx1"/>
          </a:solidFill>
          <a:latin typeface="+mn-lt"/>
          <a:ea typeface="+mn-ea"/>
          <a:cs typeface="+mn-cs"/>
        </a:defRPr>
      </a:lvl1pPr>
      <a:lvl2pPr marL="0" indent="0" algn="l" defTabSz="914400" rtl="0" eaLnBrk="1" latinLnBrk="0" hangingPunct="1">
        <a:spcBef>
          <a:spcPts val="600"/>
        </a:spcBef>
        <a:buClr>
          <a:schemeClr val="accent1"/>
        </a:buClr>
        <a:buSzPct val="80000"/>
        <a:buFont typeface="Wingdings" pitchFamily="2" charset="2"/>
        <a:buNone/>
        <a:defRPr sz="1800" kern="1200">
          <a:solidFill>
            <a:schemeClr val="tx1"/>
          </a:solidFill>
          <a:latin typeface="+mn-lt"/>
          <a:ea typeface="+mn-ea"/>
          <a:cs typeface="+mn-cs"/>
        </a:defRPr>
      </a:lvl2pPr>
      <a:lvl3pPr marL="180000" indent="-180000" algn="l" defTabSz="914400" rtl="0" eaLnBrk="1" latinLnBrk="0" hangingPunct="1">
        <a:spcBef>
          <a:spcPts val="400"/>
        </a:spcBef>
        <a:buClr>
          <a:schemeClr val="accent1"/>
        </a:buClr>
        <a:buSzPct val="100000"/>
        <a:buFont typeface="Wingdings" pitchFamily="2" charset="2"/>
        <a:buChar char=""/>
        <a:defRPr sz="1600" kern="1200">
          <a:solidFill>
            <a:schemeClr val="tx1"/>
          </a:solidFill>
          <a:latin typeface="+mn-lt"/>
          <a:ea typeface="+mn-ea"/>
          <a:cs typeface="+mn-cs"/>
        </a:defRPr>
      </a:lvl3pPr>
      <a:lvl4pPr marL="360000" indent="-180000" algn="l" defTabSz="914400" rtl="0" eaLnBrk="1" latinLnBrk="0" hangingPunct="1">
        <a:spcBef>
          <a:spcPts val="400"/>
        </a:spcBef>
        <a:buClr>
          <a:schemeClr val="tx1"/>
        </a:buClr>
        <a:buSzPct val="100000"/>
        <a:buFont typeface="Arial" pitchFamily="34" charset="0"/>
        <a:buChar char="–"/>
        <a:defRPr sz="1400" kern="1200">
          <a:solidFill>
            <a:schemeClr val="tx1"/>
          </a:solidFill>
          <a:latin typeface="+mn-lt"/>
          <a:ea typeface="+mn-ea"/>
          <a:cs typeface="+mn-cs"/>
        </a:defRPr>
      </a:lvl4pPr>
      <a:lvl5pPr marL="541338" indent="-180000" algn="l" defTabSz="914400" rtl="0" eaLnBrk="1" latinLnBrk="0" hangingPunct="1">
        <a:spcBef>
          <a:spcPts val="250"/>
        </a:spcBef>
        <a:buClr>
          <a:schemeClr val="tx1"/>
        </a:buClr>
        <a:buSzPct val="100000"/>
        <a:buFont typeface="Courier New" pitchFamily="49" charset="0"/>
        <a:buChar char="o"/>
        <a:defRPr sz="14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Picture 19"/>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1" y="0"/>
            <a:ext cx="9144000" cy="6859588"/>
          </a:xfrm>
          <a:prstGeom prst="rect">
            <a:avLst/>
          </a:prstGeom>
        </p:spPr>
      </p:pic>
      <p:pic>
        <p:nvPicPr>
          <p:cNvPr id="21" name="Picture 20"/>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25438" y="6083725"/>
            <a:ext cx="916759" cy="453600"/>
          </a:xfrm>
          <a:prstGeom prst="rect">
            <a:avLst/>
          </a:prstGeom>
        </p:spPr>
      </p:pic>
      <p:sp>
        <p:nvSpPr>
          <p:cNvPr id="5" name="Rectangle 4"/>
          <p:cNvSpPr/>
          <p:nvPr/>
        </p:nvSpPr>
        <p:spPr bwMode="gray">
          <a:xfrm>
            <a:off x="324000" y="-1"/>
            <a:ext cx="8496000" cy="2160000"/>
          </a:xfrm>
          <a:prstGeom prst="rect">
            <a:avLst/>
          </a:prstGeom>
          <a:solidFill>
            <a:schemeClr val="bg1">
              <a:alpha val="75000"/>
            </a:schemeClr>
          </a:solidFill>
          <a:ln w="635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b="0" i="0" u="none" strike="noStrike" kern="0" cap="none" spc="0" normalizeH="0" baseline="0" noProof="0" dirty="0" smtClean="0">
              <a:ln>
                <a:noFill/>
              </a:ln>
              <a:effectLst/>
              <a:uLnTx/>
              <a:uFillTx/>
              <a:ea typeface="Arial Unicode MS" pitchFamily="34" charset="-128"/>
              <a:cs typeface="Arial Unicode MS" pitchFamily="34" charset="-128"/>
            </a:endParaRPr>
          </a:p>
        </p:txBody>
      </p:sp>
      <p:sp>
        <p:nvSpPr>
          <p:cNvPr id="7" name="Rectangle 6"/>
          <p:cNvSpPr/>
          <p:nvPr/>
        </p:nvSpPr>
        <p:spPr bwMode="gray">
          <a:xfrm>
            <a:off x="324000" y="0"/>
            <a:ext cx="8496000" cy="162000"/>
          </a:xfrm>
          <a:prstGeom prst="rect">
            <a:avLst/>
          </a:prstGeom>
          <a:solidFill>
            <a:schemeClr val="accent1"/>
          </a:solidFill>
          <a:ln w="9525"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600" b="0" i="0" u="none" strike="noStrike" kern="0" cap="none" spc="0" normalizeH="0" baseline="0" noProof="0" dirty="0" err="1" smtClean="0">
              <a:ln>
                <a:noFill/>
              </a:ln>
              <a:effectLst/>
              <a:uLnTx/>
              <a:uFillTx/>
              <a:ea typeface="Arial Unicode MS" pitchFamily="34" charset="-128"/>
              <a:cs typeface="Arial Unicode MS" pitchFamily="34" charset="-128"/>
            </a:endParaRPr>
          </a:p>
        </p:txBody>
      </p:sp>
      <p:sp>
        <p:nvSpPr>
          <p:cNvPr id="2" name="Title 1"/>
          <p:cNvSpPr>
            <a:spLocks noGrp="1"/>
          </p:cNvSpPr>
          <p:nvPr>
            <p:ph type="title"/>
          </p:nvPr>
        </p:nvSpPr>
        <p:spPr/>
        <p:txBody>
          <a:bodyPr/>
          <a:lstStyle/>
          <a:p>
            <a:r>
              <a:rPr lang="en-US" sz="4000" dirty="0" smtClean="0"/>
              <a:t>Contract Asset and Receivable</a:t>
            </a:r>
            <a:endParaRPr lang="en-US" sz="4000" dirty="0"/>
          </a:p>
        </p:txBody>
      </p:sp>
      <p:sp>
        <p:nvSpPr>
          <p:cNvPr id="3" name="Subtitle 2"/>
          <p:cNvSpPr>
            <a:spLocks noGrp="1"/>
          </p:cNvSpPr>
          <p:nvPr>
            <p:ph type="subTitle" idx="1"/>
          </p:nvPr>
        </p:nvSpPr>
        <p:spPr>
          <a:xfrm>
            <a:off x="414000" y="1281385"/>
            <a:ext cx="7740000" cy="492443"/>
          </a:xfrm>
        </p:spPr>
        <p:txBody>
          <a:bodyPr/>
          <a:lstStyle/>
          <a:p>
            <a:r>
              <a:rPr lang="en-US" dirty="0" smtClean="0"/>
              <a:t>Xin Fang, Product Owner</a:t>
            </a:r>
          </a:p>
          <a:p>
            <a:r>
              <a:rPr lang="en-US" dirty="0" smtClean="0"/>
              <a:t>SAP </a:t>
            </a:r>
            <a:r>
              <a:rPr lang="en-US" dirty="0" err="1" smtClean="0"/>
              <a:t>LoB</a:t>
            </a:r>
            <a:r>
              <a:rPr lang="en-US" dirty="0" smtClean="0"/>
              <a:t> Finance</a:t>
            </a:r>
          </a:p>
        </p:txBody>
      </p:sp>
      <p:sp>
        <p:nvSpPr>
          <p:cNvPr id="4" name="ConfidentialFlag"/>
          <p:cNvSpPr txBox="1"/>
          <p:nvPr/>
        </p:nvSpPr>
        <p:spPr>
          <a:xfrm>
            <a:off x="6947888" y="187553"/>
            <a:ext cx="1799971" cy="215444"/>
          </a:xfrm>
          <a:prstGeom prst="rect">
            <a:avLst/>
          </a:prstGeom>
          <a:noFill/>
        </p:spPr>
        <p:txBody>
          <a:bodyPr vert="horz" wrap="square" lIns="0" tIns="0" rIns="0" bIns="0" rtlCol="0" anchor="b">
            <a:spAutoFit/>
          </a:bodyPr>
          <a:lstStyle/>
          <a:p>
            <a:pPr algn="r" fontAlgn="base">
              <a:spcBef>
                <a:spcPts val="600"/>
              </a:spcBef>
              <a:spcAft>
                <a:spcPct val="0"/>
              </a:spcAft>
              <a:buClr>
                <a:srgbClr val="F0AB00"/>
              </a:buClr>
              <a:buSzPct val="80000"/>
            </a:pPr>
            <a:r>
              <a:rPr lang="en-US" sz="1400" kern="0" smtClean="0">
                <a:solidFill>
                  <a:srgbClr val="000000"/>
                </a:solidFill>
                <a:latin typeface="Arial" panose="020B0604020202020204" pitchFamily="34" charset="0"/>
                <a:ea typeface="Arial Unicode MS" pitchFamily="34" charset="-128"/>
                <a:cs typeface="Arial Unicode MS" pitchFamily="34" charset="-128"/>
              </a:rPr>
              <a:t>Customer</a:t>
            </a:r>
            <a:endParaRPr lang="en-US" sz="1400" kern="0" dirty="0" err="1" smtClean="0">
              <a:solidFill>
                <a:srgbClr val="000000"/>
              </a:solidFill>
              <a:latin typeface="Arial" panose="020B0604020202020204" pitchFamily="34" charset="0"/>
              <a:ea typeface="Arial Unicode MS" pitchFamily="34" charset="-128"/>
              <a:cs typeface="Arial Unicode MS" pitchFamily="34" charset="-128"/>
            </a:endParaRPr>
          </a:p>
        </p:txBody>
      </p:sp>
    </p:spTree>
    <p:extLst>
      <p:ext uri="{BB962C8B-B14F-4D97-AF65-F5344CB8AC3E}">
        <p14:creationId xmlns:p14="http://schemas.microsoft.com/office/powerpoint/2010/main" val="211366008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smtClean="0"/>
              <a:t>Contract Asset</a:t>
            </a:r>
            <a:endParaRPr lang="en-US" dirty="0"/>
          </a:p>
        </p:txBody>
      </p:sp>
      <p:sp>
        <p:nvSpPr>
          <p:cNvPr id="3" name="Text Placeholder 2"/>
          <p:cNvSpPr>
            <a:spLocks noGrp="1"/>
          </p:cNvSpPr>
          <p:nvPr>
            <p:ph type="body" sz="quarter" idx="10"/>
          </p:nvPr>
        </p:nvSpPr>
        <p:spPr/>
        <p:txBody>
          <a:bodyPr/>
          <a:lstStyle/>
          <a:p>
            <a:pPr lvl="0"/>
            <a:r>
              <a:rPr lang="en-US" b="0" dirty="0" smtClean="0"/>
              <a:t>IFRS 15 </a:t>
            </a:r>
            <a:r>
              <a:rPr lang="en-US" b="0" dirty="0" smtClean="0"/>
              <a:t>definition:</a:t>
            </a:r>
            <a:endParaRPr lang="en-US" b="0" dirty="0" smtClean="0"/>
          </a:p>
          <a:p>
            <a:pPr lvl="0"/>
            <a:r>
              <a:rPr lang="en-US" b="0" dirty="0" smtClean="0"/>
              <a:t>If </a:t>
            </a:r>
            <a:r>
              <a:rPr lang="en-US" b="0" dirty="0"/>
              <a:t>an entity performs by transferring goods or services to a customer before the</a:t>
            </a:r>
            <a:br>
              <a:rPr lang="en-US" b="0" dirty="0"/>
            </a:br>
            <a:r>
              <a:rPr lang="en-US" b="0" dirty="0"/>
              <a:t>customer </a:t>
            </a:r>
            <a:r>
              <a:rPr lang="en-US" dirty="0"/>
              <a:t>pays</a:t>
            </a:r>
            <a:r>
              <a:rPr lang="en-US" b="0" dirty="0"/>
              <a:t> consideration or before </a:t>
            </a:r>
            <a:r>
              <a:rPr lang="en-US" dirty="0"/>
              <a:t>payment is </a:t>
            </a:r>
            <a:r>
              <a:rPr lang="en-US" dirty="0" smtClean="0"/>
              <a:t>due</a:t>
            </a:r>
            <a:r>
              <a:rPr lang="en-US" b="0" dirty="0" smtClean="0"/>
              <a:t>, the </a:t>
            </a:r>
            <a:r>
              <a:rPr lang="en-US" b="0" dirty="0"/>
              <a:t>entity shall present</a:t>
            </a:r>
            <a:br>
              <a:rPr lang="en-US" b="0" dirty="0"/>
            </a:br>
            <a:r>
              <a:rPr lang="en-US" b="0" dirty="0"/>
              <a:t>the contract as a contract </a:t>
            </a:r>
            <a:r>
              <a:rPr lang="en-US" b="0" dirty="0" smtClean="0"/>
              <a:t>asset excluding </a:t>
            </a:r>
            <a:r>
              <a:rPr lang="en-US" dirty="0"/>
              <a:t>r</a:t>
            </a:r>
            <a:r>
              <a:rPr lang="en-US" dirty="0" smtClean="0"/>
              <a:t>eceivable</a:t>
            </a:r>
            <a:r>
              <a:rPr lang="en-US" b="0" dirty="0" smtClean="0"/>
              <a:t>.</a:t>
            </a:r>
          </a:p>
          <a:p>
            <a:pPr lvl="0"/>
            <a:r>
              <a:rPr lang="en-US" b="0" dirty="0" smtClean="0"/>
              <a:t>RAR calculation:</a:t>
            </a:r>
          </a:p>
          <a:p>
            <a:r>
              <a:rPr lang="en-US" dirty="0">
                <a:solidFill>
                  <a:srgbClr val="000000"/>
                </a:solidFill>
              </a:rPr>
              <a:t>Contact asset = Max{(fulfilled revenue – </a:t>
            </a:r>
            <a:r>
              <a:rPr lang="en-US" dirty="0" smtClean="0">
                <a:solidFill>
                  <a:srgbClr val="000000"/>
                </a:solidFill>
              </a:rPr>
              <a:t>Max(Receivable, </a:t>
            </a:r>
            <a:r>
              <a:rPr lang="en-US" dirty="0">
                <a:solidFill>
                  <a:srgbClr val="000000"/>
                </a:solidFill>
              </a:rPr>
              <a:t>invoice due amount), 0}</a:t>
            </a:r>
            <a:endParaRPr lang="en-US" sz="2800" dirty="0">
              <a:solidFill>
                <a:srgbClr val="000000"/>
              </a:solidFill>
            </a:endParaRPr>
          </a:p>
          <a:p>
            <a:pPr lvl="0"/>
            <a:endParaRPr lang="en-US" b="0" dirty="0" smtClean="0"/>
          </a:p>
          <a:p>
            <a:pPr lvl="0"/>
            <a:r>
              <a:rPr lang="en-US" dirty="0" smtClean="0"/>
              <a:t> </a:t>
            </a:r>
            <a:r>
              <a:rPr lang="en-US" dirty="0"/>
              <a:t/>
            </a:r>
            <a:br>
              <a:rPr lang="en-US" dirty="0"/>
            </a:br>
            <a:r>
              <a:rPr lang="en-US" dirty="0"/>
              <a:t/>
            </a:r>
            <a:br>
              <a:rPr lang="en-US" dirty="0"/>
            </a:br>
            <a:r>
              <a:rPr lang="en-US" dirty="0"/>
              <a:t> </a:t>
            </a:r>
            <a:br>
              <a:rPr lang="en-US" dirty="0"/>
            </a:br>
            <a:endParaRPr lang="en-US" dirty="0" smtClean="0"/>
          </a:p>
        </p:txBody>
      </p:sp>
    </p:spTree>
  </p:cSld>
  <p:clrMapOvr>
    <a:masterClrMapping/>
  </p:clrMapOvr>
  <p:transition spd="med"/>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Recognizing Receivable at Invoice Due</a:t>
            </a:r>
            <a:endParaRPr lang="en-US" sz="2000" b="0" dirty="0"/>
          </a:p>
        </p:txBody>
      </p:sp>
      <p:sp>
        <p:nvSpPr>
          <p:cNvPr id="3" name="Text Placeholder 2"/>
          <p:cNvSpPr>
            <a:spLocks noGrp="1"/>
          </p:cNvSpPr>
          <p:nvPr>
            <p:ph type="body" sz="quarter" idx="10"/>
          </p:nvPr>
        </p:nvSpPr>
        <p:spPr>
          <a:xfrm>
            <a:off x="324000" y="1349865"/>
            <a:ext cx="8494713" cy="4391026"/>
          </a:xfrm>
        </p:spPr>
        <p:txBody>
          <a:bodyPr/>
          <a:lstStyle/>
          <a:p>
            <a:pPr lvl="0">
              <a:spcBef>
                <a:spcPts val="600"/>
              </a:spcBef>
            </a:pPr>
            <a:r>
              <a:rPr lang="en-US" sz="1600" b="0" dirty="0" smtClean="0"/>
              <a:t>Timing of Receivable: </a:t>
            </a:r>
            <a:r>
              <a:rPr lang="en-US" sz="1600" dirty="0" smtClean="0"/>
              <a:t>at invoice due or revenue is recognized in advance</a:t>
            </a:r>
          </a:p>
          <a:p>
            <a:pPr lvl="0">
              <a:spcBef>
                <a:spcPts val="600"/>
              </a:spcBef>
            </a:pPr>
            <a:r>
              <a:rPr lang="en-US" sz="1600" dirty="0" smtClean="0"/>
              <a:t>IFRS 15 Illustrative Example 38 C</a:t>
            </a:r>
            <a:r>
              <a:rPr lang="en-US" altLang="zh-CN" sz="1600" dirty="0" smtClean="0"/>
              <a:t>ase B:</a:t>
            </a:r>
          </a:p>
          <a:p>
            <a:pPr lvl="0">
              <a:spcBef>
                <a:spcPts val="600"/>
              </a:spcBef>
            </a:pPr>
            <a:r>
              <a:rPr lang="en-US" sz="1400" b="0" dirty="0" smtClean="0"/>
              <a:t>On </a:t>
            </a:r>
            <a:r>
              <a:rPr lang="en-US" sz="1400" b="0" dirty="0"/>
              <a:t>1 January 20X9, an entity enters into a </a:t>
            </a:r>
            <a:r>
              <a:rPr lang="en-US" sz="1400" b="0" dirty="0" smtClean="0"/>
              <a:t>non-cancellable </a:t>
            </a:r>
            <a:r>
              <a:rPr lang="en-US" sz="1400" b="0" dirty="0"/>
              <a:t>contract to transfer </a:t>
            </a:r>
            <a:r>
              <a:rPr lang="en-US" sz="1400" b="0" dirty="0" smtClean="0"/>
              <a:t>a product </a:t>
            </a:r>
            <a:r>
              <a:rPr lang="en-US" sz="1400" b="0" dirty="0"/>
              <a:t>to a customer on 31 March 20X9. The contract requires the customer </a:t>
            </a:r>
            <a:r>
              <a:rPr lang="en-US" sz="1400" b="0" dirty="0" smtClean="0"/>
              <a:t>to pay </a:t>
            </a:r>
            <a:r>
              <a:rPr lang="en-US" sz="1400" b="0" dirty="0"/>
              <a:t>consideration of CU1,000 in advance </a:t>
            </a:r>
            <a:r>
              <a:rPr lang="en-US" sz="1400" dirty="0"/>
              <a:t>on 31 </a:t>
            </a:r>
            <a:r>
              <a:rPr lang="en-US" sz="1400" dirty="0" smtClean="0"/>
              <a:t>January </a:t>
            </a:r>
            <a:r>
              <a:rPr lang="en-US" sz="1400" dirty="0"/>
              <a:t>20X9</a:t>
            </a:r>
            <a:r>
              <a:rPr lang="en-US" sz="1400" b="0" dirty="0"/>
              <a:t>. The </a:t>
            </a:r>
            <a:r>
              <a:rPr lang="en-US" sz="1400" b="0" dirty="0" smtClean="0"/>
              <a:t>customer pays </a:t>
            </a:r>
            <a:r>
              <a:rPr lang="en-US" sz="1400" b="0" dirty="0"/>
              <a:t>the consideration on 1 March 20X9. </a:t>
            </a:r>
            <a:endParaRPr lang="en-US" sz="1400" b="0" dirty="0" smtClean="0"/>
          </a:p>
          <a:p>
            <a:pPr marL="342900" lvl="0" indent="-342900">
              <a:spcBef>
                <a:spcPts val="600"/>
              </a:spcBef>
              <a:buAutoNum type="alphaLcParenBoth"/>
            </a:pPr>
            <a:r>
              <a:rPr lang="en-US" sz="1400" b="0" dirty="0" smtClean="0"/>
              <a:t>The </a:t>
            </a:r>
            <a:r>
              <a:rPr lang="en-US" sz="1400" b="0" dirty="0"/>
              <a:t>amount of consideration is </a:t>
            </a:r>
            <a:r>
              <a:rPr lang="en-US" sz="1400" dirty="0"/>
              <a:t>due on 31 January 20X9 </a:t>
            </a:r>
            <a:r>
              <a:rPr lang="en-US" sz="1400" b="0" dirty="0"/>
              <a:t>(which is </a:t>
            </a:r>
            <a:r>
              <a:rPr lang="en-US" sz="1400" b="0" dirty="0" smtClean="0"/>
              <a:t>when the </a:t>
            </a:r>
            <a:r>
              <a:rPr lang="en-US" sz="1400" b="0" dirty="0"/>
              <a:t>entity </a:t>
            </a:r>
            <a:r>
              <a:rPr lang="en-US" sz="1400" dirty="0" smtClean="0"/>
              <a:t>recognizes a receivable</a:t>
            </a:r>
            <a:r>
              <a:rPr lang="en-US" sz="1400" b="0" dirty="0" smtClean="0"/>
              <a:t> </a:t>
            </a:r>
            <a:r>
              <a:rPr lang="en-US" sz="1400" b="0" dirty="0"/>
              <a:t>because it has an unconditional </a:t>
            </a:r>
            <a:r>
              <a:rPr lang="en-US" sz="1400" b="0" dirty="0" smtClean="0"/>
              <a:t>right to </a:t>
            </a:r>
            <a:r>
              <a:rPr lang="en-US" sz="1400" b="0" dirty="0"/>
              <a:t>consideration):</a:t>
            </a:r>
            <a:br>
              <a:rPr lang="en-US" sz="1400" b="0" dirty="0"/>
            </a:br>
            <a:r>
              <a:rPr lang="en-US" sz="1400" b="0" dirty="0" smtClean="0"/>
              <a:t>    Receivable 	 CU1,000</a:t>
            </a:r>
            <a:r>
              <a:rPr lang="en-US" sz="1400" b="0" dirty="0"/>
              <a:t/>
            </a:r>
            <a:br>
              <a:rPr lang="en-US" sz="1400" b="0" dirty="0"/>
            </a:br>
            <a:r>
              <a:rPr lang="en-US" sz="1400" b="0" dirty="0"/>
              <a:t>	</a:t>
            </a:r>
            <a:r>
              <a:rPr lang="en-US" sz="1400" b="0" dirty="0" smtClean="0"/>
              <a:t>Contract </a:t>
            </a:r>
            <a:r>
              <a:rPr lang="en-US" sz="1400" b="0" dirty="0"/>
              <a:t>liability </a:t>
            </a:r>
            <a:r>
              <a:rPr lang="en-US" sz="1400" b="0" dirty="0" smtClean="0"/>
              <a:t>CU1,000</a:t>
            </a:r>
          </a:p>
          <a:p>
            <a:pPr marL="342900" lvl="0" indent="-342900">
              <a:spcBef>
                <a:spcPts val="600"/>
              </a:spcBef>
              <a:buAutoNum type="alphaLcParenBoth"/>
            </a:pPr>
            <a:r>
              <a:rPr lang="en-US" sz="1400" b="0" dirty="0" smtClean="0"/>
              <a:t>The </a:t>
            </a:r>
            <a:r>
              <a:rPr lang="en-US" sz="1400" b="0" dirty="0"/>
              <a:t>entity receives the cash on 1 March 20X9:</a:t>
            </a:r>
            <a:br>
              <a:rPr lang="en-US" sz="1400" b="0" dirty="0"/>
            </a:br>
            <a:r>
              <a:rPr lang="en-US" sz="1400" b="0" dirty="0" smtClean="0"/>
              <a:t>    Cash                        CU1,000</a:t>
            </a:r>
            <a:r>
              <a:rPr lang="en-US" sz="1400" b="0" dirty="0"/>
              <a:t/>
            </a:r>
            <a:br>
              <a:rPr lang="en-US" sz="1400" b="0" dirty="0"/>
            </a:br>
            <a:r>
              <a:rPr lang="en-US" sz="1400" b="0" dirty="0" smtClean="0"/>
              <a:t>           Receivable           CU1,000</a:t>
            </a:r>
          </a:p>
          <a:p>
            <a:pPr marL="342900" lvl="0" indent="-342900">
              <a:spcBef>
                <a:spcPts val="600"/>
              </a:spcBef>
              <a:buAutoNum type="alphaLcParenBoth"/>
            </a:pPr>
            <a:r>
              <a:rPr lang="en-US" sz="1400" b="0" dirty="0" smtClean="0"/>
              <a:t>The </a:t>
            </a:r>
            <a:r>
              <a:rPr lang="en-US" sz="1400" b="0" dirty="0"/>
              <a:t>entity satisfies the performance obligation on 31 March 20X9:</a:t>
            </a:r>
            <a:br>
              <a:rPr lang="en-US" sz="1400" b="0" dirty="0"/>
            </a:br>
            <a:r>
              <a:rPr lang="en-US" sz="1400" b="0" dirty="0" smtClean="0"/>
              <a:t>    Contract </a:t>
            </a:r>
            <a:r>
              <a:rPr lang="en-US" sz="1400" b="0" dirty="0"/>
              <a:t>liability </a:t>
            </a:r>
            <a:r>
              <a:rPr lang="en-US" sz="1400" b="0" dirty="0" smtClean="0"/>
              <a:t>       CU1,000</a:t>
            </a:r>
            <a:r>
              <a:rPr lang="en-US" sz="1400" b="0" dirty="0"/>
              <a:t/>
            </a:r>
            <a:br>
              <a:rPr lang="en-US" sz="1400" b="0" dirty="0"/>
            </a:br>
            <a:r>
              <a:rPr lang="en-US" sz="1400" b="0" dirty="0" smtClean="0"/>
              <a:t>          Revenue                 CU1,000</a:t>
            </a:r>
            <a:r>
              <a:rPr lang="en-US" sz="1400" dirty="0" smtClean="0"/>
              <a:t> </a:t>
            </a:r>
          </a:p>
          <a:p>
            <a:pPr lvl="0">
              <a:spcBef>
                <a:spcPts val="600"/>
              </a:spcBef>
            </a:pPr>
            <a:r>
              <a:rPr lang="en-US" dirty="0" smtClean="0"/>
              <a:t>IE 200: </a:t>
            </a:r>
            <a:r>
              <a:rPr lang="en-US" sz="1400" dirty="0" smtClean="0"/>
              <a:t>If </a:t>
            </a:r>
            <a:r>
              <a:rPr lang="en-US" sz="1400" dirty="0"/>
              <a:t>the entity issued the invoice before 31 January 20X9</a:t>
            </a:r>
            <a:r>
              <a:rPr lang="en-US" sz="1400" b="0" dirty="0"/>
              <a:t> (the due date of </a:t>
            </a:r>
            <a:r>
              <a:rPr lang="en-US" sz="1400" b="0" dirty="0" smtClean="0"/>
              <a:t>the consideration</a:t>
            </a:r>
            <a:r>
              <a:rPr lang="en-US" sz="1400" dirty="0"/>
              <a:t>), the </a:t>
            </a:r>
            <a:r>
              <a:rPr lang="en-US" sz="1400" dirty="0" smtClean="0"/>
              <a:t>entity </a:t>
            </a:r>
            <a:r>
              <a:rPr lang="en-US" sz="1400" dirty="0"/>
              <a:t>would not present the receivable and the </a:t>
            </a:r>
            <a:r>
              <a:rPr lang="en-US" sz="1400" dirty="0" smtClean="0"/>
              <a:t>contract liability </a:t>
            </a:r>
            <a:r>
              <a:rPr lang="en-US" sz="1400" dirty="0"/>
              <a:t>on a gross basis</a:t>
            </a:r>
            <a:r>
              <a:rPr lang="en-US" sz="1400" b="0" dirty="0"/>
              <a:t> in the statement of financial position because the </a:t>
            </a:r>
            <a:r>
              <a:rPr lang="en-US" sz="1400" b="0" dirty="0" smtClean="0"/>
              <a:t>entity does </a:t>
            </a:r>
            <a:r>
              <a:rPr lang="en-US" sz="1400" b="0" dirty="0"/>
              <a:t>not yet have a right to consideration that is unconditional.</a:t>
            </a:r>
            <a:r>
              <a:rPr lang="en-US" sz="1400" dirty="0"/>
              <a:t> </a:t>
            </a:r>
            <a:br>
              <a:rPr lang="en-US" sz="1400" dirty="0"/>
            </a:br>
            <a:endParaRPr lang="en-US" sz="1400" dirty="0" smtClean="0"/>
          </a:p>
          <a:p>
            <a:pPr lvl="0">
              <a:spcBef>
                <a:spcPts val="600"/>
              </a:spcBef>
            </a:pPr>
            <a:endParaRPr lang="en-US" dirty="0"/>
          </a:p>
        </p:txBody>
      </p:sp>
    </p:spTree>
  </p:cSld>
  <p:clrMapOvr>
    <a:masterClrMapping/>
  </p:clrMapOvr>
  <p:transition spd="med"/>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Distribute CL/CA</a:t>
            </a:r>
            <a:endParaRPr lang="en-US" dirty="0"/>
          </a:p>
        </p:txBody>
      </p:sp>
      <p:graphicFrame>
        <p:nvGraphicFramePr>
          <p:cNvPr id="7" name="Table 6"/>
          <p:cNvGraphicFramePr>
            <a:graphicFrameLocks noGrp="1"/>
          </p:cNvGraphicFramePr>
          <p:nvPr>
            <p:extLst>
              <p:ext uri="{D42A27DB-BD31-4B8C-83A1-F6EECF244321}">
                <p14:modId xmlns:p14="http://schemas.microsoft.com/office/powerpoint/2010/main" val="2848764142"/>
              </p:ext>
            </p:extLst>
          </p:nvPr>
        </p:nvGraphicFramePr>
        <p:xfrm>
          <a:off x="323850" y="1377732"/>
          <a:ext cx="8496299" cy="1276208"/>
        </p:xfrm>
        <a:graphic>
          <a:graphicData uri="http://schemas.openxmlformats.org/drawingml/2006/table">
            <a:tbl>
              <a:tblPr/>
              <a:tblGrid>
                <a:gridCol w="563485"/>
                <a:gridCol w="765987"/>
                <a:gridCol w="801206"/>
                <a:gridCol w="645660"/>
                <a:gridCol w="810010"/>
                <a:gridCol w="774792"/>
                <a:gridCol w="868706"/>
                <a:gridCol w="695552"/>
                <a:gridCol w="833489"/>
                <a:gridCol w="704356"/>
                <a:gridCol w="1033056"/>
              </a:tblGrid>
              <a:tr h="319052">
                <a:tc>
                  <a:txBody>
                    <a:bodyPr/>
                    <a:lstStyle/>
                    <a:p>
                      <a:pPr algn="l" fontAlgn="b"/>
                      <a:r>
                        <a:rPr lang="en-US" sz="1000" b="0" i="0" u="none" strike="noStrike">
                          <a:solidFill>
                            <a:srgbClr val="000000"/>
                          </a:solidFill>
                          <a:effectLst/>
                          <a:latin typeface="Calibri" panose="020F0502020204030204" pitchFamily="34" charset="0"/>
                        </a:rPr>
                        <a:t>Scenario</a:t>
                      </a:r>
                    </a:p>
                  </a:txBody>
                  <a:tcPr marL="8814" marR="8814" marT="881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BF7"/>
                    </a:solidFill>
                  </a:tcPr>
                </a:tc>
                <a:tc>
                  <a:txBody>
                    <a:bodyPr/>
                    <a:lstStyle/>
                    <a:p>
                      <a:pPr algn="l" fontAlgn="b"/>
                      <a:r>
                        <a:rPr lang="en-US" sz="1000" b="0" i="0" u="none" strike="noStrike">
                          <a:solidFill>
                            <a:srgbClr val="000000"/>
                          </a:solidFill>
                          <a:effectLst/>
                          <a:latin typeface="Calibri" panose="020F0502020204030204" pitchFamily="34" charset="0"/>
                        </a:rPr>
                        <a:t>Cont.price</a:t>
                      </a:r>
                    </a:p>
                  </a:txBody>
                  <a:tcPr marL="8814" marR="8814" marT="881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BF7"/>
                    </a:solidFill>
                  </a:tcPr>
                </a:tc>
                <a:tc>
                  <a:txBody>
                    <a:bodyPr/>
                    <a:lstStyle/>
                    <a:p>
                      <a:pPr algn="l" fontAlgn="b"/>
                      <a:r>
                        <a:rPr lang="en-US" sz="1000" b="0" i="0" u="none" strike="noStrike">
                          <a:solidFill>
                            <a:srgbClr val="000000"/>
                          </a:solidFill>
                          <a:effectLst/>
                          <a:latin typeface="Calibri" panose="020F0502020204030204" pitchFamily="34" charset="0"/>
                        </a:rPr>
                        <a:t>SSP</a:t>
                      </a:r>
                    </a:p>
                  </a:txBody>
                  <a:tcPr marL="8814" marR="8814" marT="881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BF7"/>
                    </a:solidFill>
                  </a:tcPr>
                </a:tc>
                <a:tc>
                  <a:txBody>
                    <a:bodyPr/>
                    <a:lstStyle/>
                    <a:p>
                      <a:pPr algn="l" fontAlgn="b"/>
                      <a:r>
                        <a:rPr lang="en-US" sz="1000" b="0" i="0" u="none" strike="noStrike">
                          <a:solidFill>
                            <a:srgbClr val="000000"/>
                          </a:solidFill>
                          <a:effectLst/>
                          <a:latin typeface="Calibri" panose="020F0502020204030204" pitchFamily="34" charset="0"/>
                        </a:rPr>
                        <a:t>Alloc.Price</a:t>
                      </a:r>
                    </a:p>
                  </a:txBody>
                  <a:tcPr marL="8814" marR="8814" marT="881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BF7"/>
                    </a:solidFill>
                  </a:tcPr>
                </a:tc>
                <a:tc>
                  <a:txBody>
                    <a:bodyPr/>
                    <a:lstStyle/>
                    <a:p>
                      <a:pPr algn="l" fontAlgn="b"/>
                      <a:r>
                        <a:rPr lang="en-US" sz="1000" b="0" i="0" u="none" strike="noStrike">
                          <a:solidFill>
                            <a:srgbClr val="000000"/>
                          </a:solidFill>
                          <a:effectLst/>
                          <a:latin typeface="Calibri" panose="020F0502020204030204" pitchFamily="34" charset="0"/>
                        </a:rPr>
                        <a:t>Alloc.Effect</a:t>
                      </a:r>
                    </a:p>
                  </a:txBody>
                  <a:tcPr marL="8814" marR="8814" marT="881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BF7"/>
                    </a:solidFill>
                  </a:tcPr>
                </a:tc>
                <a:tc>
                  <a:txBody>
                    <a:bodyPr/>
                    <a:lstStyle/>
                    <a:p>
                      <a:pPr algn="l" fontAlgn="b"/>
                      <a:r>
                        <a:rPr lang="en-US" sz="1000" b="0" i="0" u="none" strike="noStrike">
                          <a:solidFill>
                            <a:srgbClr val="000000"/>
                          </a:solidFill>
                          <a:effectLst/>
                          <a:latin typeface="Calibri" panose="020F0502020204030204" pitchFamily="34" charset="0"/>
                        </a:rPr>
                        <a:t>Fulfillmnt</a:t>
                      </a:r>
                    </a:p>
                  </a:txBody>
                  <a:tcPr marL="8814" marR="8814" marT="881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BF7"/>
                    </a:solidFill>
                  </a:tcPr>
                </a:tc>
                <a:tc>
                  <a:txBody>
                    <a:bodyPr/>
                    <a:lstStyle/>
                    <a:p>
                      <a:pPr algn="l" fontAlgn="b"/>
                      <a:r>
                        <a:rPr lang="en-US" sz="1000" b="0" i="0" u="none" strike="noStrike">
                          <a:solidFill>
                            <a:srgbClr val="000000"/>
                          </a:solidFill>
                          <a:effectLst/>
                          <a:latin typeface="Calibri" panose="020F0502020204030204" pitchFamily="34" charset="0"/>
                        </a:rPr>
                        <a:t>Revenue Recognized</a:t>
                      </a:r>
                    </a:p>
                  </a:txBody>
                  <a:tcPr marL="8814" marR="8814" marT="881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BF7"/>
                    </a:solidFill>
                  </a:tcPr>
                </a:tc>
                <a:tc>
                  <a:txBody>
                    <a:bodyPr/>
                    <a:lstStyle/>
                    <a:p>
                      <a:pPr algn="l" fontAlgn="b"/>
                      <a:r>
                        <a:rPr lang="en-US" sz="1000" b="0" i="0" u="none" strike="noStrike">
                          <a:solidFill>
                            <a:srgbClr val="000000"/>
                          </a:solidFill>
                          <a:effectLst/>
                          <a:latin typeface="Calibri" panose="020F0502020204030204" pitchFamily="34" charset="0"/>
                        </a:rPr>
                        <a:t>Invoice</a:t>
                      </a:r>
                    </a:p>
                  </a:txBody>
                  <a:tcPr marL="8814" marR="8814" marT="881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BF7"/>
                    </a:solidFill>
                  </a:tcPr>
                </a:tc>
                <a:tc>
                  <a:txBody>
                    <a:bodyPr/>
                    <a:lstStyle/>
                    <a:p>
                      <a:pPr algn="l" fontAlgn="b"/>
                      <a:r>
                        <a:rPr lang="en-US" sz="1000" b="0" i="0" u="none" strike="noStrike">
                          <a:solidFill>
                            <a:srgbClr val="000000"/>
                          </a:solidFill>
                          <a:effectLst/>
                          <a:latin typeface="Calibri" panose="020F0502020204030204" pitchFamily="34" charset="0"/>
                        </a:rPr>
                        <a:t>Invoice due</a:t>
                      </a:r>
                    </a:p>
                  </a:txBody>
                  <a:tcPr marL="8814" marR="8814" marT="881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BF7"/>
                    </a:solidFill>
                  </a:tcPr>
                </a:tc>
                <a:tc>
                  <a:txBody>
                    <a:bodyPr/>
                    <a:lstStyle/>
                    <a:p>
                      <a:pPr algn="l" fontAlgn="b"/>
                      <a:r>
                        <a:rPr lang="en-US" sz="1000" b="0" i="0" u="none" strike="noStrike">
                          <a:solidFill>
                            <a:srgbClr val="000000"/>
                          </a:solidFill>
                          <a:effectLst/>
                          <a:latin typeface="Calibri" panose="020F0502020204030204" pitchFamily="34" charset="0"/>
                        </a:rPr>
                        <a:t>Receivable</a:t>
                      </a:r>
                    </a:p>
                  </a:txBody>
                  <a:tcPr marL="8814" marR="8814" marT="881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BF7"/>
                    </a:solidFill>
                  </a:tcPr>
                </a:tc>
                <a:tc>
                  <a:txBody>
                    <a:bodyPr/>
                    <a:lstStyle/>
                    <a:p>
                      <a:pPr algn="l" fontAlgn="b"/>
                      <a:r>
                        <a:rPr lang="en-US" sz="1000" b="0" i="0" u="none" strike="noStrike">
                          <a:solidFill>
                            <a:srgbClr val="000000"/>
                          </a:solidFill>
                          <a:effectLst/>
                          <a:latin typeface="Calibri" panose="020F0502020204030204" pitchFamily="34" charset="0"/>
                        </a:rPr>
                        <a:t>Contract Asset</a:t>
                      </a:r>
                    </a:p>
                  </a:txBody>
                  <a:tcPr marL="8814" marR="8814" marT="881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BF7"/>
                    </a:solidFill>
                  </a:tcPr>
                </a:tc>
              </a:tr>
              <a:tr h="319052">
                <a:tc>
                  <a:txBody>
                    <a:bodyPr/>
                    <a:lstStyle/>
                    <a:p>
                      <a:pPr algn="l" fontAlgn="b"/>
                      <a:r>
                        <a:rPr lang="en-US" sz="1000" b="0" i="0" u="none" strike="noStrike">
                          <a:solidFill>
                            <a:srgbClr val="000000"/>
                          </a:solidFill>
                          <a:effectLst/>
                          <a:latin typeface="Calibri" panose="020F0502020204030204" pitchFamily="34" charset="0"/>
                        </a:rPr>
                        <a:t>POB1</a:t>
                      </a:r>
                    </a:p>
                  </a:txBody>
                  <a:tcPr marL="8814" marR="8814" marT="881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Calibri" panose="020F0502020204030204" pitchFamily="34" charset="0"/>
                        </a:rPr>
                        <a:t> $          178.00 </a:t>
                      </a:r>
                    </a:p>
                  </a:txBody>
                  <a:tcPr marL="8814" marR="8814" marT="881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Calibri" panose="020F0502020204030204" pitchFamily="34" charset="0"/>
                        </a:rPr>
                        <a:t> $           293.27 </a:t>
                      </a:r>
                    </a:p>
                  </a:txBody>
                  <a:tcPr marL="8814" marR="8814" marT="881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Calibri" panose="020F0502020204030204" pitchFamily="34" charset="0"/>
                        </a:rPr>
                        <a:t> $     175.37 </a:t>
                      </a:r>
                    </a:p>
                  </a:txBody>
                  <a:tcPr marL="8814" marR="8814" marT="881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Calibri" panose="020F0502020204030204" pitchFamily="34" charset="0"/>
                        </a:rPr>
                        <a:t> $                2.63 </a:t>
                      </a:r>
                    </a:p>
                  </a:txBody>
                  <a:tcPr marL="8814" marR="8814" marT="881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000" b="0" i="0" u="none" strike="noStrike">
                          <a:solidFill>
                            <a:srgbClr val="000000"/>
                          </a:solidFill>
                          <a:effectLst/>
                          <a:latin typeface="Calibri" panose="020F0502020204030204" pitchFamily="34" charset="0"/>
                        </a:rPr>
                        <a:t>100%</a:t>
                      </a:r>
                    </a:p>
                  </a:txBody>
                  <a:tcPr marL="8814" marR="8814" marT="881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Calibri" panose="020F0502020204030204" pitchFamily="34" charset="0"/>
                        </a:rPr>
                        <a:t> $             175.37 </a:t>
                      </a:r>
                    </a:p>
                  </a:txBody>
                  <a:tcPr marL="8814" marR="8814" marT="881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Calibri" panose="020F0502020204030204" pitchFamily="34" charset="0"/>
                        </a:rPr>
                        <a:t> $       178.00 </a:t>
                      </a:r>
                    </a:p>
                  </a:txBody>
                  <a:tcPr marL="8814" marR="8814" marT="881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Calibri" panose="020F0502020204030204" pitchFamily="34" charset="0"/>
                        </a:rPr>
                        <a:t> $                     -   </a:t>
                      </a:r>
                    </a:p>
                  </a:txBody>
                  <a:tcPr marL="8814" marR="8814" marT="881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Calibri" panose="020F0502020204030204" pitchFamily="34" charset="0"/>
                        </a:rPr>
                        <a:t> $       175.37 </a:t>
                      </a:r>
                    </a:p>
                  </a:txBody>
                  <a:tcPr marL="8814" marR="8814" marT="881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Calibri" panose="020F0502020204030204" pitchFamily="34" charset="0"/>
                        </a:rPr>
                        <a:t> </a:t>
                      </a:r>
                    </a:p>
                  </a:txBody>
                  <a:tcPr marL="8814" marR="8814" marT="881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319052">
                <a:tc>
                  <a:txBody>
                    <a:bodyPr/>
                    <a:lstStyle/>
                    <a:p>
                      <a:pPr algn="l" fontAlgn="b"/>
                      <a:r>
                        <a:rPr lang="en-US" sz="1000" b="0" i="0" u="none" strike="noStrike">
                          <a:solidFill>
                            <a:srgbClr val="000000"/>
                          </a:solidFill>
                          <a:effectLst/>
                          <a:latin typeface="Calibri" panose="020F0502020204030204" pitchFamily="34" charset="0"/>
                        </a:rPr>
                        <a:t>POB2</a:t>
                      </a:r>
                    </a:p>
                  </a:txBody>
                  <a:tcPr marL="8814" marR="8814" marT="881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Calibri" panose="020F0502020204030204" pitchFamily="34" charset="0"/>
                        </a:rPr>
                        <a:t> $          269.00 </a:t>
                      </a:r>
                    </a:p>
                  </a:txBody>
                  <a:tcPr marL="8814" marR="8814" marT="881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Calibri" panose="020F0502020204030204" pitchFamily="34" charset="0"/>
                        </a:rPr>
                        <a:t> $           454.23 </a:t>
                      </a:r>
                    </a:p>
                  </a:txBody>
                  <a:tcPr marL="8814" marR="8814" marT="881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Calibri" panose="020F0502020204030204" pitchFamily="34" charset="0"/>
                        </a:rPr>
                        <a:t> $     271.63 </a:t>
                      </a:r>
                    </a:p>
                  </a:txBody>
                  <a:tcPr marL="8814" marR="8814" marT="881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Calibri" panose="020F0502020204030204" pitchFamily="34" charset="0"/>
                        </a:rPr>
                        <a:t> $              (2.63)</a:t>
                      </a:r>
                    </a:p>
                  </a:txBody>
                  <a:tcPr marL="8814" marR="8814" marT="881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000" b="0" i="0" u="none" strike="noStrike">
                          <a:solidFill>
                            <a:srgbClr val="000000"/>
                          </a:solidFill>
                          <a:effectLst/>
                          <a:latin typeface="Calibri" panose="020F0502020204030204" pitchFamily="34" charset="0"/>
                        </a:rPr>
                        <a:t>100%</a:t>
                      </a:r>
                    </a:p>
                  </a:txBody>
                  <a:tcPr marL="8814" marR="8814" marT="881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Calibri" panose="020F0502020204030204" pitchFamily="34" charset="0"/>
                        </a:rPr>
                        <a:t> $             271.63 </a:t>
                      </a:r>
                    </a:p>
                  </a:txBody>
                  <a:tcPr marL="8814" marR="8814" marT="881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Calibri" panose="020F0502020204030204" pitchFamily="34" charset="0"/>
                        </a:rPr>
                        <a:t> $       269.00 </a:t>
                      </a:r>
                    </a:p>
                  </a:txBody>
                  <a:tcPr marL="8814" marR="8814" marT="881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Calibri" panose="020F0502020204030204" pitchFamily="34" charset="0"/>
                        </a:rPr>
                        <a:t> $                     -   </a:t>
                      </a:r>
                    </a:p>
                  </a:txBody>
                  <a:tcPr marL="8814" marR="8814" marT="881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Calibri" panose="020F0502020204030204" pitchFamily="34" charset="0"/>
                        </a:rPr>
                        <a:t> $       269.00 </a:t>
                      </a:r>
                    </a:p>
                  </a:txBody>
                  <a:tcPr marL="8814" marR="8814" marT="881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Calibri" panose="020F0502020204030204" pitchFamily="34" charset="0"/>
                        </a:rPr>
                        <a:t> $                        2.63 </a:t>
                      </a:r>
                    </a:p>
                  </a:txBody>
                  <a:tcPr marL="8814" marR="8814" marT="881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319052">
                <a:tc>
                  <a:txBody>
                    <a:bodyPr/>
                    <a:lstStyle/>
                    <a:p>
                      <a:pPr algn="l" fontAlgn="b"/>
                      <a:r>
                        <a:rPr lang="en-US" sz="1000" b="0" i="0" u="none" strike="noStrike">
                          <a:solidFill>
                            <a:srgbClr val="000000"/>
                          </a:solidFill>
                          <a:effectLst/>
                          <a:latin typeface="Calibri" panose="020F0502020204030204" pitchFamily="34" charset="0"/>
                        </a:rPr>
                        <a:t>SUM</a:t>
                      </a:r>
                    </a:p>
                  </a:txBody>
                  <a:tcPr marL="8814" marR="8814" marT="881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Calibri" panose="020F0502020204030204" pitchFamily="34" charset="0"/>
                        </a:rPr>
                        <a:t> $          447.00 </a:t>
                      </a:r>
                    </a:p>
                  </a:txBody>
                  <a:tcPr marL="8814" marR="8814" marT="881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Calibri" panose="020F0502020204030204" pitchFamily="34" charset="0"/>
                        </a:rPr>
                        <a:t> $           747.50 </a:t>
                      </a:r>
                    </a:p>
                  </a:txBody>
                  <a:tcPr marL="8814" marR="8814" marT="881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Calibri" panose="020F0502020204030204" pitchFamily="34" charset="0"/>
                        </a:rPr>
                        <a:t> $     447.00 </a:t>
                      </a:r>
                    </a:p>
                  </a:txBody>
                  <a:tcPr marL="8814" marR="8814" marT="881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Calibri" panose="020F0502020204030204" pitchFamily="34" charset="0"/>
                        </a:rPr>
                        <a:t> $                     -   </a:t>
                      </a:r>
                    </a:p>
                  </a:txBody>
                  <a:tcPr marL="8814" marR="8814" marT="881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Calibri" panose="020F0502020204030204" pitchFamily="34" charset="0"/>
                        </a:rPr>
                        <a:t> </a:t>
                      </a:r>
                    </a:p>
                  </a:txBody>
                  <a:tcPr marL="8814" marR="8814" marT="881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Calibri" panose="020F0502020204030204" pitchFamily="34" charset="0"/>
                        </a:rPr>
                        <a:t> $             447.00 </a:t>
                      </a:r>
                    </a:p>
                  </a:txBody>
                  <a:tcPr marL="8814" marR="8814" marT="881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Calibri" panose="020F0502020204030204" pitchFamily="34" charset="0"/>
                        </a:rPr>
                        <a:t> </a:t>
                      </a:r>
                    </a:p>
                  </a:txBody>
                  <a:tcPr marL="8814" marR="8814" marT="881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Calibri" panose="020F0502020204030204" pitchFamily="34" charset="0"/>
                        </a:rPr>
                        <a:t> </a:t>
                      </a:r>
                    </a:p>
                  </a:txBody>
                  <a:tcPr marL="8814" marR="8814" marT="881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Calibri" panose="020F0502020204030204" pitchFamily="34" charset="0"/>
                        </a:rPr>
                        <a:t> $       444.37 </a:t>
                      </a:r>
                    </a:p>
                  </a:txBody>
                  <a:tcPr marL="8814" marR="8814" marT="881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000" b="0" i="0" u="none" strike="noStrike" dirty="0">
                          <a:solidFill>
                            <a:srgbClr val="000000"/>
                          </a:solidFill>
                          <a:effectLst/>
                          <a:latin typeface="Calibri" panose="020F0502020204030204" pitchFamily="34" charset="0"/>
                        </a:rPr>
                        <a:t> $                        2.63 </a:t>
                      </a:r>
                    </a:p>
                  </a:txBody>
                  <a:tcPr marL="8814" marR="8814" marT="881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p:sp>
        <p:nvSpPr>
          <p:cNvPr id="8" name="TextBox 7"/>
          <p:cNvSpPr txBox="1"/>
          <p:nvPr/>
        </p:nvSpPr>
        <p:spPr>
          <a:xfrm>
            <a:off x="323851" y="2960639"/>
            <a:ext cx="8496150" cy="2323713"/>
          </a:xfrm>
          <a:prstGeom prst="rect">
            <a:avLst/>
          </a:prstGeom>
          <a:noFill/>
        </p:spPr>
        <p:txBody>
          <a:bodyPr wrap="square" lIns="0" tIns="0" rIns="0" bIns="0" rtlCol="0">
            <a:spAutoFit/>
          </a:bodyPr>
          <a:lstStyle/>
          <a:p>
            <a:pPr marL="285750" indent="-285750" fontAlgn="base">
              <a:spcBef>
                <a:spcPts val="600"/>
              </a:spcBef>
              <a:spcAft>
                <a:spcPct val="0"/>
              </a:spcAft>
              <a:buClr>
                <a:srgbClr val="F0AB00"/>
              </a:buClr>
              <a:buSzPct val="80000"/>
              <a:buFont typeface="Arial" panose="020B0604020202020204" pitchFamily="34" charset="0"/>
              <a:buChar char="•"/>
            </a:pPr>
            <a:r>
              <a:rPr lang="en-US" sz="1400" kern="0" dirty="0" smtClean="0">
                <a:ea typeface="Arial Unicode MS" pitchFamily="34" charset="-128"/>
                <a:cs typeface="Arial Unicode MS" pitchFamily="34" charset="-128"/>
              </a:rPr>
              <a:t>Contract Asset and </a:t>
            </a:r>
            <a:r>
              <a:rPr lang="en-US" altLang="zh-CN" sz="1400" kern="0" dirty="0" smtClean="0">
                <a:ea typeface="Arial Unicode MS" pitchFamily="34" charset="-128"/>
                <a:cs typeface="Arial Unicode MS" pitchFamily="34" charset="-128"/>
              </a:rPr>
              <a:t>Liability shall be presented by netting on contract level per Standard</a:t>
            </a:r>
          </a:p>
          <a:p>
            <a:pPr fontAlgn="base">
              <a:spcBef>
                <a:spcPts val="600"/>
              </a:spcBef>
              <a:spcAft>
                <a:spcPct val="0"/>
              </a:spcAft>
              <a:buClr>
                <a:srgbClr val="F0AB00"/>
              </a:buClr>
              <a:buSzPct val="80000"/>
            </a:pPr>
            <a:r>
              <a:rPr lang="en-US" sz="1400" b="1" dirty="0" smtClean="0"/>
              <a:t>IFRS 15 </a:t>
            </a:r>
            <a:r>
              <a:rPr lang="en-US" altLang="zh-CN" sz="1400" b="1" dirty="0" smtClean="0"/>
              <a:t>paragraph 105</a:t>
            </a:r>
            <a:r>
              <a:rPr lang="zh-CN" altLang="en-US" sz="1400" b="1" dirty="0" smtClean="0"/>
              <a:t>： </a:t>
            </a:r>
            <a:r>
              <a:rPr lang="en-US" sz="1400" b="1" dirty="0" smtClean="0"/>
              <a:t>When </a:t>
            </a:r>
            <a:r>
              <a:rPr lang="en-US" sz="1400" b="1" dirty="0"/>
              <a:t>either party to a contract has performed, an entity shall present the</a:t>
            </a:r>
            <a:br>
              <a:rPr lang="en-US" sz="1400" b="1" dirty="0"/>
            </a:br>
            <a:r>
              <a:rPr lang="en-US" sz="1400" b="1" dirty="0"/>
              <a:t>contract in the statement of financial position as a contract asset or </a:t>
            </a:r>
            <a:r>
              <a:rPr lang="en-US" sz="1400" b="1" dirty="0" smtClean="0"/>
              <a:t>a contract </a:t>
            </a:r>
            <a:r>
              <a:rPr lang="en-US" sz="1400" b="1" dirty="0"/>
              <a:t>liability</a:t>
            </a:r>
            <a:r>
              <a:rPr lang="en-US" sz="1400" dirty="0"/>
              <a:t> </a:t>
            </a:r>
            <a:br>
              <a:rPr lang="en-US" sz="1400" dirty="0"/>
            </a:br>
            <a:r>
              <a:rPr lang="en-US" altLang="zh-CN" sz="1400" kern="0" dirty="0" smtClean="0">
                <a:ea typeface="Arial Unicode MS" pitchFamily="34" charset="-128"/>
                <a:cs typeface="Arial Unicode MS" pitchFamily="34" charset="-128"/>
              </a:rPr>
              <a:t> </a:t>
            </a:r>
          </a:p>
          <a:p>
            <a:pPr marL="285750" indent="-285750" fontAlgn="base">
              <a:spcBef>
                <a:spcPts val="600"/>
              </a:spcBef>
              <a:spcAft>
                <a:spcPct val="0"/>
              </a:spcAft>
              <a:buClr>
                <a:srgbClr val="F0AB00"/>
              </a:buClr>
              <a:buSzPct val="80000"/>
              <a:buFont typeface="Arial" panose="020B0604020202020204" pitchFamily="34" charset="0"/>
              <a:buChar char="•"/>
            </a:pPr>
            <a:r>
              <a:rPr lang="en-US" altLang="zh-CN" sz="1400" kern="0" dirty="0" smtClean="0">
                <a:ea typeface="Arial Unicode MS" pitchFamily="34" charset="-128"/>
                <a:cs typeface="Arial Unicode MS" pitchFamily="34" charset="-128"/>
              </a:rPr>
              <a:t>RAR provide customer feasibility to present on POB level by active the BADI and provide default implementation</a:t>
            </a:r>
          </a:p>
          <a:p>
            <a:pPr marL="742950" lvl="1" indent="-285750" fontAlgn="base">
              <a:spcBef>
                <a:spcPts val="600"/>
              </a:spcBef>
              <a:spcAft>
                <a:spcPct val="0"/>
              </a:spcAft>
              <a:buClr>
                <a:srgbClr val="F0AB00"/>
              </a:buClr>
              <a:buSzPct val="80000"/>
              <a:buFont typeface="Arial" panose="020B0604020202020204" pitchFamily="34" charset="0"/>
              <a:buChar char="•"/>
            </a:pPr>
            <a:r>
              <a:rPr lang="en-US" altLang="zh-CN" sz="1400" kern="0" dirty="0" smtClean="0">
                <a:ea typeface="Arial Unicode MS" pitchFamily="34" charset="-128"/>
                <a:cs typeface="Arial Unicode MS" pitchFamily="34" charset="-128"/>
              </a:rPr>
              <a:t>RAR calculate the netting value on Contract level</a:t>
            </a:r>
          </a:p>
          <a:p>
            <a:pPr marL="742950" lvl="1" indent="-285750" fontAlgn="base">
              <a:spcBef>
                <a:spcPts val="600"/>
              </a:spcBef>
              <a:spcAft>
                <a:spcPct val="0"/>
              </a:spcAft>
              <a:buClr>
                <a:srgbClr val="F0AB00"/>
              </a:buClr>
              <a:buSzPct val="80000"/>
              <a:buFont typeface="Arial" panose="020B0604020202020204" pitchFamily="34" charset="0"/>
              <a:buChar char="•"/>
            </a:pPr>
            <a:r>
              <a:rPr lang="en-US" altLang="zh-CN" sz="1400" kern="0" dirty="0" smtClean="0">
                <a:ea typeface="Arial Unicode MS" pitchFamily="34" charset="-128"/>
                <a:cs typeface="Arial Unicode MS" pitchFamily="34" charset="-128"/>
              </a:rPr>
              <a:t>Default implementation is to distribute by SSP.</a:t>
            </a:r>
          </a:p>
          <a:p>
            <a:pPr marL="742950" lvl="1" indent="-285750" fontAlgn="base">
              <a:spcBef>
                <a:spcPts val="600"/>
              </a:spcBef>
              <a:spcAft>
                <a:spcPct val="0"/>
              </a:spcAft>
              <a:buClr>
                <a:srgbClr val="F0AB00"/>
              </a:buClr>
              <a:buSzPct val="80000"/>
              <a:buFont typeface="Arial" panose="020B0604020202020204" pitchFamily="34" charset="0"/>
              <a:buChar char="•"/>
            </a:pPr>
            <a:r>
              <a:rPr lang="en-US" altLang="zh-CN" sz="1400" kern="0" dirty="0" smtClean="0">
                <a:ea typeface="Arial Unicode MS" pitchFamily="34" charset="-128"/>
                <a:cs typeface="Arial Unicode MS" pitchFamily="34" charset="-128"/>
              </a:rPr>
              <a:t>Can be overwritten</a:t>
            </a:r>
          </a:p>
        </p:txBody>
      </p:sp>
    </p:spTree>
    <p:extLst>
      <p:ext uri="{BB962C8B-B14F-4D97-AF65-F5344CB8AC3E}">
        <p14:creationId xmlns:p14="http://schemas.microsoft.com/office/powerpoint/2010/main" val="228147078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1800" dirty="0" smtClean="0"/>
              <a:t>An Example</a:t>
            </a:r>
            <a:br>
              <a:rPr lang="en-US" sz="1800" dirty="0" smtClean="0"/>
            </a:br>
            <a:r>
              <a:rPr lang="en-US" sz="1200" dirty="0" smtClean="0"/>
              <a:t>TRG Discussion of October 2014</a:t>
            </a:r>
            <a:endParaRPr lang="en-US" sz="1200" dirty="0"/>
          </a:p>
        </p:txBody>
      </p:sp>
      <p:sp>
        <p:nvSpPr>
          <p:cNvPr id="4" name="TextBox 3"/>
          <p:cNvSpPr txBox="1"/>
          <p:nvPr/>
        </p:nvSpPr>
        <p:spPr>
          <a:xfrm>
            <a:off x="324000" y="1318022"/>
            <a:ext cx="8637120" cy="153888"/>
          </a:xfrm>
          <a:prstGeom prst="rect">
            <a:avLst/>
          </a:prstGeom>
          <a:noFill/>
        </p:spPr>
        <p:txBody>
          <a:bodyPr wrap="square" lIns="0" tIns="0" rIns="0" bIns="0" rtlCol="0">
            <a:spAutoFit/>
          </a:bodyPr>
          <a:lstStyle/>
          <a:p>
            <a:endParaRPr lang="en-US" sz="1000" dirty="0"/>
          </a:p>
        </p:txBody>
      </p:sp>
      <p:sp>
        <p:nvSpPr>
          <p:cNvPr id="8" name="TextBox 7"/>
          <p:cNvSpPr txBox="1"/>
          <p:nvPr/>
        </p:nvSpPr>
        <p:spPr>
          <a:xfrm>
            <a:off x="190831" y="1334843"/>
            <a:ext cx="8770289" cy="5124480"/>
          </a:xfrm>
          <a:prstGeom prst="rect">
            <a:avLst/>
          </a:prstGeom>
          <a:noFill/>
        </p:spPr>
        <p:txBody>
          <a:bodyPr wrap="square" lIns="0" tIns="0" rIns="0" bIns="0" rtlCol="0">
            <a:spAutoFit/>
          </a:bodyPr>
          <a:lstStyle/>
          <a:p>
            <a:r>
              <a:rPr lang="en-US" sz="900" dirty="0" smtClean="0"/>
              <a:t>As </a:t>
            </a:r>
            <a:r>
              <a:rPr lang="en-US" sz="900" dirty="0"/>
              <a:t>a result of combining 4 contracts, an entity accounts for a contract that consists of 4 distinct performance obligations where each performance obligation has its own billing schedule. Accordingly, invoicing, amounts becoming due and payments are all made at the level of the performance obligations within the contract. As a result, each performance obligation within the contract has a net position at any given time. For simplicity, assume that amounts become due upon issuance of the invoice. </a:t>
            </a:r>
          </a:p>
          <a:p>
            <a:r>
              <a:rPr lang="en-US" sz="900" dirty="0"/>
              <a:t>How is the net position of the </a:t>
            </a:r>
            <a:r>
              <a:rPr lang="en-US" sz="900" u="sng" dirty="0"/>
              <a:t>contract</a:t>
            </a:r>
            <a:r>
              <a:rPr lang="en-US" sz="900" dirty="0"/>
              <a:t> determined and presented on the balance sheet</a:t>
            </a:r>
            <a:r>
              <a:rPr lang="en-US" sz="900" dirty="0" smtClean="0"/>
              <a:t>?</a:t>
            </a:r>
          </a:p>
          <a:p>
            <a:endParaRPr lang="en-US" sz="900" dirty="0"/>
          </a:p>
          <a:p>
            <a:endParaRPr lang="en-US" sz="900" dirty="0" smtClean="0"/>
          </a:p>
          <a:p>
            <a:endParaRPr lang="en-US" sz="900" dirty="0"/>
          </a:p>
          <a:p>
            <a:endParaRPr lang="en-US" sz="900" dirty="0" smtClean="0"/>
          </a:p>
          <a:p>
            <a:endParaRPr lang="en-US" sz="900" dirty="0"/>
          </a:p>
          <a:p>
            <a:endParaRPr lang="en-US" sz="900" dirty="0" smtClean="0"/>
          </a:p>
          <a:p>
            <a:endParaRPr lang="en-US" sz="900" dirty="0"/>
          </a:p>
          <a:p>
            <a:endParaRPr lang="en-US" sz="900" dirty="0" smtClean="0"/>
          </a:p>
          <a:p>
            <a:endParaRPr lang="en-US" sz="900" dirty="0"/>
          </a:p>
          <a:p>
            <a:endParaRPr lang="en-US" sz="900" dirty="0" smtClean="0"/>
          </a:p>
          <a:p>
            <a:endParaRPr lang="en-US" sz="900" dirty="0" smtClean="0"/>
          </a:p>
          <a:p>
            <a:endParaRPr lang="en-US" sz="900" dirty="0" smtClean="0"/>
          </a:p>
          <a:p>
            <a:r>
              <a:rPr lang="en-US" sz="900" dirty="0" smtClean="0"/>
              <a:t>The </a:t>
            </a:r>
            <a:r>
              <a:rPr lang="en-US" sz="900" dirty="0"/>
              <a:t>entity concludes that it has a receivable (present right to payment that is unconditional) of 390 € based on paragraph 108 of IFRS 15.</a:t>
            </a:r>
          </a:p>
          <a:p>
            <a:r>
              <a:rPr lang="en-US" sz="900" dirty="0"/>
              <a:t>With regards to the presentation of contract assets and contract liabilities, there are 2 possible views</a:t>
            </a:r>
            <a:r>
              <a:rPr lang="en-US" sz="900" dirty="0" smtClean="0"/>
              <a:t>:</a:t>
            </a:r>
          </a:p>
          <a:p>
            <a:endParaRPr lang="en-US" sz="900" dirty="0"/>
          </a:p>
          <a:p>
            <a:r>
              <a:rPr lang="en-US" sz="900" b="1" dirty="0"/>
              <a:t>View A – offsetting of contract asset and contract liability within the contract</a:t>
            </a:r>
          </a:p>
          <a:p>
            <a:r>
              <a:rPr lang="en-US" sz="900" dirty="0"/>
              <a:t>Based on this view the entity offsets the contract asset (45 €) and contract liability (-10 €) within the contract and presents a </a:t>
            </a:r>
            <a:r>
              <a:rPr lang="en-US" sz="900" u="sng" dirty="0"/>
              <a:t>(net) contract asset of 35 €</a:t>
            </a:r>
            <a:r>
              <a:rPr lang="en-US" sz="900" dirty="0"/>
              <a:t>. The entity argues that IFRS 15 (BC 317) requires a net presentation of the remaining rights and performance obligations in a contract and the offsetting of contract asset positions and contract liability positions within a contract best achieves that requirement. Further, the entity argues that the unit of account is the contract as explained in BC 72: “The boards decided that entering into contracts at or near the same time is a necessary condition for the contracts to be combined. That decision is consistent with the objective of identifying the contract that is to be accounted for as the unit of account because that assessment is also performed at contract inception. “</a:t>
            </a:r>
          </a:p>
          <a:p>
            <a:r>
              <a:rPr lang="en-US" sz="900" dirty="0"/>
              <a:t> </a:t>
            </a:r>
          </a:p>
          <a:p>
            <a:r>
              <a:rPr lang="en-US" sz="900" b="1" dirty="0"/>
              <a:t>View B – no offsetting within the contract</a:t>
            </a:r>
          </a:p>
          <a:p>
            <a:r>
              <a:rPr lang="en-US" sz="900" dirty="0"/>
              <a:t>Based on this view the entity presents a contract asset of 45 € and a contract liability of 10 € on the balance sheet. The entity argues that when looking at each performance obligation individually, each fulfills the respective definitions: for performance obligations 1 and 2 the entity has a right to consideration in exchange for goods and services that the entity has transferred and that right is conditioned on something other than the passage of time (for example, the entity’s future performance). In the example above, the entity must first fulfill performance obligation 3 for the amount of 45 € to become unconditional, i.e. a receivable. Similarly, performance obligation 3 is in a contract liability position of 10 € and that amount reflects the entity’s obligation to transfer goods or services for which the entity has received consideration. The entity argues that the unit of account is the performance obligation based on the explanation in BC 85: “The boards’ objective in developing the definition of a performance obligation was to ensure that entities appropriately identify the unit of account for the goods and services promised in a contract with a customer. The boards decided that because the revenue recognition model is an allocated transaction price model, identifying a meaningful unit of account that depicts the goods and services in the contract is fundamental for the purpose of </a:t>
            </a:r>
            <a:r>
              <a:rPr lang="en-US" sz="900" dirty="0" err="1"/>
              <a:t>recognising</a:t>
            </a:r>
            <a:r>
              <a:rPr lang="en-US" sz="900" dirty="0"/>
              <a:t> revenue on a basis that faithfully depicts the entity’s performance in transferring the promised goods or services to the customer.” </a:t>
            </a:r>
          </a:p>
        </p:txBody>
      </p:sp>
      <p:graphicFrame>
        <p:nvGraphicFramePr>
          <p:cNvPr id="9" name="Table 8"/>
          <p:cNvGraphicFramePr>
            <a:graphicFrameLocks noGrp="1"/>
          </p:cNvGraphicFramePr>
          <p:nvPr>
            <p:extLst/>
          </p:nvPr>
        </p:nvGraphicFramePr>
        <p:xfrm>
          <a:off x="323998" y="2037983"/>
          <a:ext cx="8414482" cy="1296924"/>
        </p:xfrm>
        <a:graphic>
          <a:graphicData uri="http://schemas.openxmlformats.org/drawingml/2006/table">
            <a:tbl>
              <a:tblPr firstRow="1" firstCol="1" bandRow="1">
                <a:tableStyleId>{69C7853C-536D-4A76-A0AE-DD22124D55A5}</a:tableStyleId>
              </a:tblPr>
              <a:tblGrid>
                <a:gridCol w="910412"/>
                <a:gridCol w="811184"/>
                <a:gridCol w="845086"/>
                <a:gridCol w="848394"/>
                <a:gridCol w="893873"/>
                <a:gridCol w="821106"/>
                <a:gridCol w="585442"/>
                <a:gridCol w="471331"/>
                <a:gridCol w="703687"/>
                <a:gridCol w="820280"/>
                <a:gridCol w="703687"/>
              </a:tblGrid>
              <a:tr h="0">
                <a:tc>
                  <a:txBody>
                    <a:bodyPr/>
                    <a:lstStyle/>
                    <a:p>
                      <a:pPr algn="r">
                        <a:lnSpc>
                          <a:spcPct val="115000"/>
                        </a:lnSpc>
                        <a:spcAft>
                          <a:spcPts val="0"/>
                        </a:spcAft>
                      </a:pPr>
                      <a:r>
                        <a:rPr lang="en-US" sz="800" dirty="0">
                          <a:effectLst/>
                        </a:rPr>
                        <a:t>Performance Obligation</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r">
                        <a:lnSpc>
                          <a:spcPct val="115000"/>
                        </a:lnSpc>
                        <a:spcAft>
                          <a:spcPts val="0"/>
                        </a:spcAft>
                      </a:pPr>
                      <a:r>
                        <a:rPr lang="en-US" sz="800">
                          <a:effectLst/>
                        </a:rPr>
                        <a:t>Contractual Price</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r">
                        <a:lnSpc>
                          <a:spcPct val="115000"/>
                        </a:lnSpc>
                        <a:spcAft>
                          <a:spcPts val="0"/>
                        </a:spcAft>
                      </a:pPr>
                      <a:r>
                        <a:rPr lang="en-US" sz="800">
                          <a:effectLst/>
                        </a:rPr>
                        <a:t>Allocated Transaction Price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r">
                        <a:lnSpc>
                          <a:spcPct val="115000"/>
                        </a:lnSpc>
                        <a:spcAft>
                          <a:spcPts val="0"/>
                        </a:spcAft>
                      </a:pPr>
                      <a:r>
                        <a:rPr lang="en-US" sz="800">
                          <a:effectLst/>
                        </a:rPr>
                        <a:t>Progress Towards Completion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r">
                        <a:lnSpc>
                          <a:spcPct val="115000"/>
                        </a:lnSpc>
                        <a:spcAft>
                          <a:spcPts val="0"/>
                        </a:spcAft>
                      </a:pPr>
                      <a:r>
                        <a:rPr lang="en-US" sz="800">
                          <a:effectLst/>
                        </a:rPr>
                        <a:t>Recognized Revenue</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r">
                        <a:lnSpc>
                          <a:spcPct val="115000"/>
                        </a:lnSpc>
                        <a:spcAft>
                          <a:spcPts val="0"/>
                        </a:spcAft>
                      </a:pPr>
                      <a:r>
                        <a:rPr lang="en-US" sz="800">
                          <a:effectLst/>
                        </a:rPr>
                        <a:t>Future (remaining) Revenue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r">
                        <a:lnSpc>
                          <a:spcPct val="115000"/>
                        </a:lnSpc>
                        <a:spcAft>
                          <a:spcPts val="0"/>
                        </a:spcAft>
                      </a:pPr>
                      <a:r>
                        <a:rPr lang="en-US" sz="800">
                          <a:effectLst/>
                        </a:rPr>
                        <a:t>Billed and Due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r">
                        <a:lnSpc>
                          <a:spcPct val="115000"/>
                        </a:lnSpc>
                        <a:spcAft>
                          <a:spcPts val="0"/>
                        </a:spcAft>
                      </a:pPr>
                      <a:r>
                        <a:rPr lang="en-US" sz="800">
                          <a:effectLst/>
                        </a:rPr>
                        <a:t>Paid</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r">
                        <a:lnSpc>
                          <a:spcPct val="115000"/>
                        </a:lnSpc>
                        <a:spcAft>
                          <a:spcPts val="0"/>
                        </a:spcAft>
                      </a:pPr>
                      <a:r>
                        <a:rPr lang="en-US" sz="800">
                          <a:effectLst/>
                        </a:rPr>
                        <a:t>Contract Asset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r">
                        <a:lnSpc>
                          <a:spcPct val="115000"/>
                        </a:lnSpc>
                        <a:spcAft>
                          <a:spcPts val="0"/>
                        </a:spcAft>
                      </a:pPr>
                      <a:r>
                        <a:rPr lang="en-US" sz="800">
                          <a:effectLst/>
                        </a:rPr>
                        <a:t>Receivable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r">
                        <a:lnSpc>
                          <a:spcPct val="115000"/>
                        </a:lnSpc>
                        <a:spcAft>
                          <a:spcPts val="0"/>
                        </a:spcAft>
                      </a:pPr>
                      <a:r>
                        <a:rPr lang="en-US" sz="800">
                          <a:effectLst/>
                        </a:rPr>
                        <a:t>Contract Liability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r>
              <a:tr h="0">
                <a:tc>
                  <a:txBody>
                    <a:bodyPr/>
                    <a:lstStyle/>
                    <a:p>
                      <a:pPr algn="r">
                        <a:lnSpc>
                          <a:spcPct val="115000"/>
                        </a:lnSpc>
                        <a:spcAft>
                          <a:spcPts val="0"/>
                        </a:spcAft>
                      </a:pPr>
                      <a:r>
                        <a:rPr lang="en-US" sz="1000">
                          <a:effectLst/>
                        </a:rPr>
                        <a:t>POB1</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r">
                        <a:lnSpc>
                          <a:spcPct val="115000"/>
                        </a:lnSpc>
                        <a:spcAft>
                          <a:spcPts val="0"/>
                        </a:spcAft>
                      </a:pPr>
                      <a:r>
                        <a:rPr lang="en-US" sz="1000">
                          <a:effectLst/>
                        </a:rPr>
                        <a:t>100 €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r">
                        <a:lnSpc>
                          <a:spcPct val="115000"/>
                        </a:lnSpc>
                        <a:spcAft>
                          <a:spcPts val="0"/>
                        </a:spcAft>
                      </a:pPr>
                      <a:r>
                        <a:rPr lang="en-US" sz="1000">
                          <a:effectLst/>
                        </a:rPr>
                        <a:t>150 €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r">
                        <a:lnSpc>
                          <a:spcPct val="115000"/>
                        </a:lnSpc>
                        <a:spcAft>
                          <a:spcPts val="0"/>
                        </a:spcAft>
                      </a:pPr>
                      <a:r>
                        <a:rPr lang="en-US" sz="1000" dirty="0">
                          <a:effectLst/>
                        </a:rPr>
                        <a:t>80%</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r">
                        <a:lnSpc>
                          <a:spcPct val="115000"/>
                        </a:lnSpc>
                        <a:spcAft>
                          <a:spcPts val="0"/>
                        </a:spcAft>
                      </a:pPr>
                      <a:r>
                        <a:rPr lang="en-US" sz="1000">
                          <a:effectLst/>
                        </a:rPr>
                        <a:t>120 €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r">
                        <a:lnSpc>
                          <a:spcPct val="115000"/>
                        </a:lnSpc>
                        <a:spcAft>
                          <a:spcPts val="0"/>
                        </a:spcAft>
                      </a:pPr>
                      <a:r>
                        <a:rPr lang="en-US" sz="1000">
                          <a:effectLst/>
                        </a:rPr>
                        <a:t>30 €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r">
                        <a:lnSpc>
                          <a:spcPct val="115000"/>
                        </a:lnSpc>
                        <a:spcAft>
                          <a:spcPts val="0"/>
                        </a:spcAft>
                      </a:pPr>
                      <a:r>
                        <a:rPr lang="en-US" sz="1000">
                          <a:effectLst/>
                        </a:rPr>
                        <a:t>80 €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r">
                        <a:lnSpc>
                          <a:spcPct val="115000"/>
                        </a:lnSpc>
                        <a:spcAft>
                          <a:spcPts val="0"/>
                        </a:spcAft>
                      </a:pPr>
                      <a:r>
                        <a:rPr lang="en-US" sz="1000">
                          <a:effectLst/>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r">
                        <a:lnSpc>
                          <a:spcPct val="115000"/>
                        </a:lnSpc>
                        <a:spcAft>
                          <a:spcPts val="0"/>
                        </a:spcAft>
                      </a:pPr>
                      <a:r>
                        <a:rPr lang="en-US" sz="1000">
                          <a:effectLst/>
                        </a:rPr>
                        <a:t>40 €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r">
                        <a:lnSpc>
                          <a:spcPct val="115000"/>
                        </a:lnSpc>
                        <a:spcAft>
                          <a:spcPts val="0"/>
                        </a:spcAft>
                      </a:pPr>
                      <a:r>
                        <a:rPr lang="en-US" sz="1000">
                          <a:effectLst/>
                        </a:rPr>
                        <a:t>80 €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nSpc>
                          <a:spcPct val="115000"/>
                        </a:lnSpc>
                        <a:spcAft>
                          <a:spcPts val="0"/>
                        </a:spcAft>
                      </a:pPr>
                      <a:r>
                        <a:rPr lang="en-US" sz="1000">
                          <a:effectLst/>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r>
              <a:tr h="0">
                <a:tc>
                  <a:txBody>
                    <a:bodyPr/>
                    <a:lstStyle/>
                    <a:p>
                      <a:pPr algn="r">
                        <a:lnSpc>
                          <a:spcPct val="115000"/>
                        </a:lnSpc>
                        <a:spcAft>
                          <a:spcPts val="0"/>
                        </a:spcAft>
                      </a:pPr>
                      <a:r>
                        <a:rPr lang="en-US" sz="1000">
                          <a:effectLst/>
                        </a:rPr>
                        <a:t>POB2</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r">
                        <a:lnSpc>
                          <a:spcPct val="115000"/>
                        </a:lnSpc>
                        <a:spcAft>
                          <a:spcPts val="0"/>
                        </a:spcAft>
                      </a:pPr>
                      <a:r>
                        <a:rPr lang="en-US" sz="1000">
                          <a:effectLst/>
                        </a:rPr>
                        <a:t>100 €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r">
                        <a:lnSpc>
                          <a:spcPct val="115000"/>
                        </a:lnSpc>
                        <a:spcAft>
                          <a:spcPts val="0"/>
                        </a:spcAft>
                      </a:pPr>
                      <a:r>
                        <a:rPr lang="en-US" sz="1000">
                          <a:effectLst/>
                        </a:rPr>
                        <a:t>150 €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r">
                        <a:lnSpc>
                          <a:spcPct val="115000"/>
                        </a:lnSpc>
                        <a:spcAft>
                          <a:spcPts val="0"/>
                        </a:spcAft>
                      </a:pPr>
                      <a:r>
                        <a:rPr lang="en-US" sz="1000">
                          <a:effectLst/>
                        </a:rPr>
                        <a:t>10%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r">
                        <a:lnSpc>
                          <a:spcPct val="115000"/>
                        </a:lnSpc>
                        <a:spcAft>
                          <a:spcPts val="0"/>
                        </a:spcAft>
                      </a:pPr>
                      <a:r>
                        <a:rPr lang="en-US" sz="1000">
                          <a:effectLst/>
                        </a:rPr>
                        <a:t>15 €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r">
                        <a:lnSpc>
                          <a:spcPct val="115000"/>
                        </a:lnSpc>
                        <a:spcAft>
                          <a:spcPts val="0"/>
                        </a:spcAft>
                      </a:pPr>
                      <a:r>
                        <a:rPr lang="en-US" sz="1000">
                          <a:effectLst/>
                        </a:rPr>
                        <a:t>135 €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r">
                        <a:lnSpc>
                          <a:spcPct val="115000"/>
                        </a:lnSpc>
                        <a:spcAft>
                          <a:spcPts val="0"/>
                        </a:spcAft>
                      </a:pPr>
                      <a:r>
                        <a:rPr lang="en-US" sz="1000">
                          <a:effectLst/>
                        </a:rPr>
                        <a:t>10 €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r">
                        <a:lnSpc>
                          <a:spcPct val="115000"/>
                        </a:lnSpc>
                        <a:spcAft>
                          <a:spcPts val="0"/>
                        </a:spcAft>
                      </a:pPr>
                      <a:r>
                        <a:rPr lang="en-US" sz="1000">
                          <a:effectLst/>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r">
                        <a:lnSpc>
                          <a:spcPct val="115000"/>
                        </a:lnSpc>
                        <a:spcAft>
                          <a:spcPts val="0"/>
                        </a:spcAft>
                      </a:pPr>
                      <a:r>
                        <a:rPr lang="en-US" sz="1000">
                          <a:effectLst/>
                        </a:rPr>
                        <a:t>5 €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r">
                        <a:lnSpc>
                          <a:spcPct val="115000"/>
                        </a:lnSpc>
                        <a:spcAft>
                          <a:spcPts val="0"/>
                        </a:spcAft>
                      </a:pPr>
                      <a:r>
                        <a:rPr lang="en-US" sz="1000">
                          <a:effectLst/>
                        </a:rPr>
                        <a:t>10 €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nSpc>
                          <a:spcPct val="115000"/>
                        </a:lnSpc>
                        <a:spcAft>
                          <a:spcPts val="0"/>
                        </a:spcAft>
                      </a:pPr>
                      <a:r>
                        <a:rPr lang="en-US" sz="1000">
                          <a:effectLst/>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r>
              <a:tr h="0">
                <a:tc>
                  <a:txBody>
                    <a:bodyPr/>
                    <a:lstStyle/>
                    <a:p>
                      <a:pPr algn="r">
                        <a:lnSpc>
                          <a:spcPct val="115000"/>
                        </a:lnSpc>
                        <a:spcAft>
                          <a:spcPts val="0"/>
                        </a:spcAft>
                      </a:pPr>
                      <a:r>
                        <a:rPr lang="en-US" sz="1000">
                          <a:effectLst/>
                        </a:rPr>
                        <a:t>POB3</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r">
                        <a:lnSpc>
                          <a:spcPct val="115000"/>
                        </a:lnSpc>
                        <a:spcAft>
                          <a:spcPts val="0"/>
                        </a:spcAft>
                      </a:pPr>
                      <a:r>
                        <a:rPr lang="en-US" sz="1000">
                          <a:effectLst/>
                        </a:rPr>
                        <a:t>300 €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r">
                        <a:lnSpc>
                          <a:spcPct val="115000"/>
                        </a:lnSpc>
                        <a:spcAft>
                          <a:spcPts val="0"/>
                        </a:spcAft>
                      </a:pPr>
                      <a:r>
                        <a:rPr lang="en-US" sz="1000">
                          <a:effectLst/>
                        </a:rPr>
                        <a:t>200 €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r">
                        <a:lnSpc>
                          <a:spcPct val="115000"/>
                        </a:lnSpc>
                        <a:spcAft>
                          <a:spcPts val="0"/>
                        </a:spcAft>
                      </a:pPr>
                      <a:r>
                        <a:rPr lang="en-US" sz="1000">
                          <a:effectLst/>
                        </a:rPr>
                        <a:t>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r">
                        <a:lnSpc>
                          <a:spcPct val="115000"/>
                        </a:lnSpc>
                        <a:spcAft>
                          <a:spcPts val="0"/>
                        </a:spcAft>
                      </a:pPr>
                      <a:r>
                        <a:rPr lang="en-US" sz="1000">
                          <a:effectLst/>
                        </a:rPr>
                        <a:t>0 €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r">
                        <a:lnSpc>
                          <a:spcPct val="115000"/>
                        </a:lnSpc>
                        <a:spcAft>
                          <a:spcPts val="0"/>
                        </a:spcAft>
                      </a:pPr>
                      <a:r>
                        <a:rPr lang="en-US" sz="1000">
                          <a:effectLst/>
                        </a:rPr>
                        <a:t>200 €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r">
                        <a:lnSpc>
                          <a:spcPct val="115000"/>
                        </a:lnSpc>
                        <a:spcAft>
                          <a:spcPts val="0"/>
                        </a:spcAft>
                      </a:pPr>
                      <a:r>
                        <a:rPr lang="en-US" sz="1000">
                          <a:effectLst/>
                        </a:rPr>
                        <a:t>10 €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r">
                        <a:lnSpc>
                          <a:spcPct val="115000"/>
                        </a:lnSpc>
                        <a:spcAft>
                          <a:spcPts val="0"/>
                        </a:spcAft>
                      </a:pPr>
                      <a:r>
                        <a:rPr lang="en-US" sz="1000">
                          <a:effectLst/>
                        </a:rPr>
                        <a:t>10 €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r">
                        <a:lnSpc>
                          <a:spcPct val="115000"/>
                        </a:lnSpc>
                        <a:spcAft>
                          <a:spcPts val="0"/>
                        </a:spcAft>
                      </a:pPr>
                      <a:r>
                        <a:rPr lang="en-US" sz="1000">
                          <a:effectLst/>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nSpc>
                          <a:spcPct val="115000"/>
                        </a:lnSpc>
                        <a:spcAft>
                          <a:spcPts val="0"/>
                        </a:spcAft>
                      </a:pPr>
                      <a:r>
                        <a:rPr lang="en-US" sz="1000">
                          <a:effectLst/>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r">
                        <a:lnSpc>
                          <a:spcPct val="115000"/>
                        </a:lnSpc>
                        <a:spcAft>
                          <a:spcPts val="0"/>
                        </a:spcAft>
                      </a:pPr>
                      <a:r>
                        <a:rPr lang="en-US" sz="1000">
                          <a:effectLst/>
                        </a:rPr>
                        <a:t>-10 €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r>
              <a:tr h="0">
                <a:tc>
                  <a:txBody>
                    <a:bodyPr/>
                    <a:lstStyle/>
                    <a:p>
                      <a:pPr algn="r">
                        <a:lnSpc>
                          <a:spcPct val="115000"/>
                        </a:lnSpc>
                        <a:spcAft>
                          <a:spcPts val="0"/>
                        </a:spcAft>
                      </a:pPr>
                      <a:r>
                        <a:rPr lang="en-US" sz="1000">
                          <a:effectLst/>
                        </a:rPr>
                        <a:t>POB4</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r">
                        <a:lnSpc>
                          <a:spcPct val="115000"/>
                        </a:lnSpc>
                        <a:spcAft>
                          <a:spcPts val="0"/>
                        </a:spcAft>
                      </a:pPr>
                      <a:r>
                        <a:rPr lang="en-US" sz="1000">
                          <a:effectLst/>
                        </a:rPr>
                        <a:t>300 €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r">
                        <a:lnSpc>
                          <a:spcPct val="115000"/>
                        </a:lnSpc>
                        <a:spcAft>
                          <a:spcPts val="0"/>
                        </a:spcAft>
                      </a:pPr>
                      <a:r>
                        <a:rPr lang="en-US" sz="1000">
                          <a:effectLst/>
                        </a:rPr>
                        <a:t>300 €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r">
                        <a:lnSpc>
                          <a:spcPct val="115000"/>
                        </a:lnSpc>
                        <a:spcAft>
                          <a:spcPts val="0"/>
                        </a:spcAft>
                      </a:pPr>
                      <a:r>
                        <a:rPr lang="en-US" sz="1000">
                          <a:effectLst/>
                        </a:rPr>
                        <a:t>100%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r">
                        <a:lnSpc>
                          <a:spcPct val="115000"/>
                        </a:lnSpc>
                        <a:spcAft>
                          <a:spcPts val="0"/>
                        </a:spcAft>
                      </a:pPr>
                      <a:r>
                        <a:rPr lang="en-US" sz="1000">
                          <a:effectLst/>
                        </a:rPr>
                        <a:t>300 €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r">
                        <a:lnSpc>
                          <a:spcPct val="115000"/>
                        </a:lnSpc>
                        <a:spcAft>
                          <a:spcPts val="0"/>
                        </a:spcAft>
                      </a:pPr>
                      <a:r>
                        <a:rPr lang="en-US" sz="1000">
                          <a:effectLst/>
                        </a:rPr>
                        <a:t>0 €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r">
                        <a:lnSpc>
                          <a:spcPct val="115000"/>
                        </a:lnSpc>
                        <a:spcAft>
                          <a:spcPts val="0"/>
                        </a:spcAft>
                      </a:pPr>
                      <a:r>
                        <a:rPr lang="en-US" sz="1000">
                          <a:effectLst/>
                        </a:rPr>
                        <a:t>300 €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r">
                        <a:lnSpc>
                          <a:spcPct val="115000"/>
                        </a:lnSpc>
                        <a:spcAft>
                          <a:spcPts val="0"/>
                        </a:spcAft>
                      </a:pPr>
                      <a:r>
                        <a:rPr lang="en-US" sz="1000">
                          <a:effectLst/>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r">
                        <a:lnSpc>
                          <a:spcPct val="115000"/>
                        </a:lnSpc>
                        <a:spcAft>
                          <a:spcPts val="0"/>
                        </a:spcAft>
                      </a:pPr>
                      <a:r>
                        <a:rPr lang="en-US" sz="1000">
                          <a:effectLst/>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r">
                        <a:lnSpc>
                          <a:spcPct val="115000"/>
                        </a:lnSpc>
                        <a:spcAft>
                          <a:spcPts val="0"/>
                        </a:spcAft>
                      </a:pPr>
                      <a:r>
                        <a:rPr lang="en-US" sz="1000">
                          <a:effectLst/>
                        </a:rPr>
                        <a:t>300 €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nSpc>
                          <a:spcPct val="115000"/>
                        </a:lnSpc>
                        <a:spcAft>
                          <a:spcPts val="0"/>
                        </a:spcAft>
                      </a:pPr>
                      <a:r>
                        <a:rPr lang="en-US" sz="1000" dirty="0">
                          <a:effectLst/>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r>
              <a:tr h="0">
                <a:tc>
                  <a:txBody>
                    <a:bodyPr/>
                    <a:lstStyle/>
                    <a:p>
                      <a:pPr algn="r">
                        <a:lnSpc>
                          <a:spcPct val="115000"/>
                        </a:lnSpc>
                        <a:spcAft>
                          <a:spcPts val="0"/>
                        </a:spcAft>
                      </a:pPr>
                      <a:r>
                        <a:rPr lang="en-US" sz="1000">
                          <a:effectLst/>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r">
                        <a:lnSpc>
                          <a:spcPct val="115000"/>
                        </a:lnSpc>
                        <a:spcAft>
                          <a:spcPts val="0"/>
                        </a:spcAft>
                      </a:pPr>
                      <a:r>
                        <a:rPr lang="en-US" sz="1000" b="1" dirty="0">
                          <a:effectLst/>
                        </a:rPr>
                        <a:t>800 €</a:t>
                      </a:r>
                      <a:endParaRPr lang="en-US" sz="11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r">
                        <a:lnSpc>
                          <a:spcPct val="115000"/>
                        </a:lnSpc>
                        <a:spcAft>
                          <a:spcPts val="0"/>
                        </a:spcAft>
                      </a:pPr>
                      <a:r>
                        <a:rPr lang="en-US" sz="1000" b="1" dirty="0">
                          <a:effectLst/>
                        </a:rPr>
                        <a:t>800 €</a:t>
                      </a:r>
                      <a:endParaRPr lang="en-US" sz="11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r">
                        <a:lnSpc>
                          <a:spcPct val="115000"/>
                        </a:lnSpc>
                        <a:spcAft>
                          <a:spcPts val="0"/>
                        </a:spcAft>
                      </a:pPr>
                      <a:r>
                        <a:rPr lang="en-US" sz="1000" b="1" dirty="0">
                          <a:effectLst/>
                        </a:rPr>
                        <a:t> </a:t>
                      </a:r>
                      <a:endParaRPr lang="en-US" sz="11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r">
                        <a:lnSpc>
                          <a:spcPct val="115000"/>
                        </a:lnSpc>
                        <a:spcAft>
                          <a:spcPts val="0"/>
                        </a:spcAft>
                      </a:pPr>
                      <a:r>
                        <a:rPr lang="en-US" sz="1000" b="1" dirty="0">
                          <a:effectLst/>
                        </a:rPr>
                        <a:t>435 €</a:t>
                      </a:r>
                      <a:endParaRPr lang="en-US" sz="11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r">
                        <a:lnSpc>
                          <a:spcPct val="115000"/>
                        </a:lnSpc>
                        <a:spcAft>
                          <a:spcPts val="0"/>
                        </a:spcAft>
                      </a:pPr>
                      <a:r>
                        <a:rPr lang="en-US" sz="1000" b="1" dirty="0">
                          <a:effectLst/>
                        </a:rPr>
                        <a:t>365 €</a:t>
                      </a:r>
                      <a:endParaRPr lang="en-US" sz="11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r">
                        <a:lnSpc>
                          <a:spcPct val="115000"/>
                        </a:lnSpc>
                        <a:spcAft>
                          <a:spcPts val="0"/>
                        </a:spcAft>
                      </a:pPr>
                      <a:r>
                        <a:rPr lang="en-US" sz="1000" b="1" dirty="0">
                          <a:effectLst/>
                        </a:rPr>
                        <a:t>400 €</a:t>
                      </a:r>
                      <a:endParaRPr lang="en-US" sz="11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r">
                        <a:lnSpc>
                          <a:spcPct val="115000"/>
                        </a:lnSpc>
                        <a:spcAft>
                          <a:spcPts val="0"/>
                        </a:spcAft>
                      </a:pPr>
                      <a:r>
                        <a:rPr lang="en-US" sz="1000" b="1" dirty="0">
                          <a:effectLst/>
                        </a:rPr>
                        <a:t>10 €</a:t>
                      </a:r>
                      <a:endParaRPr lang="en-US" sz="11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r">
                        <a:lnSpc>
                          <a:spcPct val="115000"/>
                        </a:lnSpc>
                        <a:spcAft>
                          <a:spcPts val="0"/>
                        </a:spcAft>
                      </a:pPr>
                      <a:r>
                        <a:rPr lang="en-US" sz="1000" b="1" dirty="0">
                          <a:effectLst/>
                        </a:rPr>
                        <a:t>45 €</a:t>
                      </a:r>
                      <a:endParaRPr lang="en-US" sz="11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r">
                        <a:lnSpc>
                          <a:spcPct val="115000"/>
                        </a:lnSpc>
                        <a:spcAft>
                          <a:spcPts val="0"/>
                        </a:spcAft>
                      </a:pPr>
                      <a:r>
                        <a:rPr lang="en-US" sz="1000" b="1" dirty="0">
                          <a:effectLst/>
                        </a:rPr>
                        <a:t>390 €</a:t>
                      </a:r>
                      <a:endParaRPr lang="en-US" sz="11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r">
                        <a:lnSpc>
                          <a:spcPct val="115000"/>
                        </a:lnSpc>
                        <a:spcAft>
                          <a:spcPts val="0"/>
                        </a:spcAft>
                      </a:pPr>
                      <a:r>
                        <a:rPr lang="en-US" sz="1000" b="1" dirty="0">
                          <a:effectLst/>
                        </a:rPr>
                        <a:t>-10 €</a:t>
                      </a:r>
                      <a:endParaRPr lang="en-US" sz="11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r>
            </a:tbl>
          </a:graphicData>
        </a:graphic>
      </p:graphicFrame>
      <p:pic>
        <p:nvPicPr>
          <p:cNvPr id="10" name="Picture 9" descr="SAP_grad_R_pref.png"/>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7848153" y="468302"/>
            <a:ext cx="916953" cy="421937"/>
          </a:xfrm>
          <a:prstGeom prst="rect">
            <a:avLst/>
          </a:prstGeom>
        </p:spPr>
      </p:pic>
      <p:sp>
        <p:nvSpPr>
          <p:cNvPr id="11" name="Freeform 10"/>
          <p:cNvSpPr/>
          <p:nvPr/>
        </p:nvSpPr>
        <p:spPr bwMode="gray">
          <a:xfrm>
            <a:off x="3864334" y="620202"/>
            <a:ext cx="286247" cy="318116"/>
          </a:xfrm>
          <a:custGeom>
            <a:avLst/>
            <a:gdLst>
              <a:gd name="connsiteX0" fmla="*/ 0 w 286247"/>
              <a:gd name="connsiteY0" fmla="*/ 0 h 318116"/>
              <a:gd name="connsiteX1" fmla="*/ 39756 w 286247"/>
              <a:gd name="connsiteY1" fmla="*/ 39756 h 318116"/>
              <a:gd name="connsiteX2" fmla="*/ 79513 w 286247"/>
              <a:gd name="connsiteY2" fmla="*/ 95415 h 318116"/>
              <a:gd name="connsiteX3" fmla="*/ 103367 w 286247"/>
              <a:gd name="connsiteY3" fmla="*/ 119269 h 318116"/>
              <a:gd name="connsiteX4" fmla="*/ 119269 w 286247"/>
              <a:gd name="connsiteY4" fmla="*/ 143123 h 318116"/>
              <a:gd name="connsiteX5" fmla="*/ 166977 w 286247"/>
              <a:gd name="connsiteY5" fmla="*/ 190831 h 318116"/>
              <a:gd name="connsiteX6" fmla="*/ 206734 w 286247"/>
              <a:gd name="connsiteY6" fmla="*/ 230588 h 318116"/>
              <a:gd name="connsiteX7" fmla="*/ 222636 w 286247"/>
              <a:gd name="connsiteY7" fmla="*/ 254441 h 318116"/>
              <a:gd name="connsiteX8" fmla="*/ 270344 w 286247"/>
              <a:gd name="connsiteY8" fmla="*/ 294198 h 318116"/>
              <a:gd name="connsiteX9" fmla="*/ 286247 w 286247"/>
              <a:gd name="connsiteY9" fmla="*/ 318052 h 318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86247" h="318116">
                <a:moveTo>
                  <a:pt x="0" y="0"/>
                </a:moveTo>
                <a:cubicBezTo>
                  <a:pt x="13252" y="13252"/>
                  <a:pt x="27305" y="25749"/>
                  <a:pt x="39756" y="39756"/>
                </a:cubicBezTo>
                <a:cubicBezTo>
                  <a:pt x="116143" y="125691"/>
                  <a:pt x="22511" y="27014"/>
                  <a:pt x="79513" y="95415"/>
                </a:cubicBezTo>
                <a:cubicBezTo>
                  <a:pt x="86712" y="104054"/>
                  <a:pt x="96168" y="110630"/>
                  <a:pt x="103367" y="119269"/>
                </a:cubicBezTo>
                <a:cubicBezTo>
                  <a:pt x="109485" y="126610"/>
                  <a:pt x="112920" y="135981"/>
                  <a:pt x="119269" y="143123"/>
                </a:cubicBezTo>
                <a:cubicBezTo>
                  <a:pt x="134210" y="159932"/>
                  <a:pt x="154502" y="172119"/>
                  <a:pt x="166977" y="190831"/>
                </a:cubicBezTo>
                <a:cubicBezTo>
                  <a:pt x="188181" y="222636"/>
                  <a:pt x="174929" y="209384"/>
                  <a:pt x="206734" y="230588"/>
                </a:cubicBezTo>
                <a:cubicBezTo>
                  <a:pt x="212035" y="238539"/>
                  <a:pt x="216518" y="247100"/>
                  <a:pt x="222636" y="254441"/>
                </a:cubicBezTo>
                <a:cubicBezTo>
                  <a:pt x="241768" y="277399"/>
                  <a:pt x="246889" y="278561"/>
                  <a:pt x="270344" y="294198"/>
                </a:cubicBezTo>
                <a:cubicBezTo>
                  <a:pt x="279134" y="320566"/>
                  <a:pt x="269914" y="318052"/>
                  <a:pt x="286247" y="318052"/>
                </a:cubicBezTo>
              </a:path>
            </a:pathLst>
          </a:custGeom>
          <a:noFill/>
          <a:ln w="6350" algn="ctr">
            <a:noFill/>
            <a:miter lim="800000"/>
            <a:headEnd/>
            <a:tailEnd/>
          </a:ln>
        </p:spPr>
        <p:txBody>
          <a:bodyPr rtlCol="0" anchor="ctr"/>
          <a:lstStyle/>
          <a:p>
            <a:pPr algn="ctr"/>
            <a:endParaRPr lang="en-US">
              <a:ln w="0"/>
              <a:effectLst>
                <a:outerShdw blurRad="38100" dist="19050" dir="2700000" algn="tl" rotWithShape="0">
                  <a:schemeClr val="dk1">
                    <a:alpha val="40000"/>
                  </a:schemeClr>
                </a:outerShdw>
              </a:effectLst>
            </a:endParaRPr>
          </a:p>
        </p:txBody>
      </p:sp>
      <p:pic>
        <p:nvPicPr>
          <p:cNvPr id="14" name="Picture 1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427544" y="3786093"/>
            <a:ext cx="288911" cy="221980"/>
          </a:xfrm>
          <a:prstGeom prst="rect">
            <a:avLst/>
          </a:prstGeom>
        </p:spPr>
      </p:pic>
      <p:sp>
        <p:nvSpPr>
          <p:cNvPr id="15" name="Rectangle 14"/>
          <p:cNvSpPr/>
          <p:nvPr/>
        </p:nvSpPr>
        <p:spPr>
          <a:xfrm>
            <a:off x="2510794" y="4688867"/>
            <a:ext cx="223035" cy="461665"/>
          </a:xfrm>
          <a:prstGeom prst="rect">
            <a:avLst/>
          </a:prstGeom>
          <a:noFill/>
        </p:spPr>
        <p:txBody>
          <a:bodyPr wrap="square" lIns="91440" tIns="45720" rIns="91440" bIns="45720">
            <a:spAutoFit/>
          </a:bodyPr>
          <a:lstStyle/>
          <a:p>
            <a:pPr algn="ctr"/>
            <a:r>
              <a:rPr lang="en-US" sz="2400" b="1" cap="none" spc="0" dirty="0" smtClean="0">
                <a:ln w="9525">
                  <a:solidFill>
                    <a:schemeClr val="bg1"/>
                  </a:solidFill>
                  <a:prstDash val="solid"/>
                </a:ln>
                <a:solidFill>
                  <a:srgbClr val="FF0000"/>
                </a:solidFill>
                <a:effectLst>
                  <a:outerShdw blurRad="12700" dist="38100" dir="2700000" algn="tl" rotWithShape="0">
                    <a:schemeClr val="accent5">
                      <a:lumMod val="60000"/>
                      <a:lumOff val="40000"/>
                    </a:schemeClr>
                  </a:outerShdw>
                </a:effectLst>
              </a:rPr>
              <a:t>X</a:t>
            </a:r>
            <a:endParaRPr lang="en-US" sz="2400" b="1" cap="none" spc="0" dirty="0">
              <a:ln w="9525">
                <a:solidFill>
                  <a:schemeClr val="bg1"/>
                </a:solidFill>
                <a:prstDash val="solid"/>
              </a:ln>
              <a:solidFill>
                <a:srgbClr val="FF0000"/>
              </a:solidFill>
              <a:effectLst>
                <a:outerShdw blurRad="12700" dist="38100" dir="2700000" algn="tl" rotWithShape="0">
                  <a:schemeClr val="accent5">
                    <a:lumMod val="60000"/>
                    <a:lumOff val="40000"/>
                  </a:schemeClr>
                </a:outerShdw>
              </a:effectLst>
            </a:endParaRPr>
          </a:p>
        </p:txBody>
      </p:sp>
      <p:pic>
        <p:nvPicPr>
          <p:cNvPr id="12" name="Picture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138633" y="296233"/>
            <a:ext cx="288911" cy="221980"/>
          </a:xfrm>
          <a:prstGeom prst="rect">
            <a:avLst/>
          </a:prstGeom>
        </p:spPr>
      </p:pic>
      <p:sp>
        <p:nvSpPr>
          <p:cNvPr id="13" name="Rectangle 12"/>
          <p:cNvSpPr/>
          <p:nvPr/>
        </p:nvSpPr>
        <p:spPr>
          <a:xfrm>
            <a:off x="4157113" y="669919"/>
            <a:ext cx="223035" cy="461665"/>
          </a:xfrm>
          <a:prstGeom prst="rect">
            <a:avLst/>
          </a:prstGeom>
          <a:noFill/>
        </p:spPr>
        <p:txBody>
          <a:bodyPr wrap="square" lIns="91440" tIns="45720" rIns="91440" bIns="45720">
            <a:spAutoFit/>
          </a:bodyPr>
          <a:lstStyle/>
          <a:p>
            <a:pPr algn="ctr"/>
            <a:r>
              <a:rPr lang="en-US" sz="2400" b="1" cap="none" spc="0" dirty="0" smtClean="0">
                <a:ln w="9525">
                  <a:solidFill>
                    <a:schemeClr val="bg1"/>
                  </a:solidFill>
                  <a:prstDash val="solid"/>
                </a:ln>
                <a:solidFill>
                  <a:srgbClr val="FF0000"/>
                </a:solidFill>
                <a:effectLst>
                  <a:outerShdw blurRad="12700" dist="38100" dir="2700000" algn="tl" rotWithShape="0">
                    <a:schemeClr val="accent5">
                      <a:lumMod val="60000"/>
                      <a:lumOff val="40000"/>
                    </a:schemeClr>
                  </a:outerShdw>
                </a:effectLst>
              </a:rPr>
              <a:t>X</a:t>
            </a:r>
            <a:endParaRPr lang="en-US" sz="2400" b="1" cap="none" spc="0" dirty="0">
              <a:ln w="9525">
                <a:solidFill>
                  <a:schemeClr val="bg1"/>
                </a:solidFill>
                <a:prstDash val="solid"/>
              </a:ln>
              <a:solidFill>
                <a:srgbClr val="FF0000"/>
              </a:solidFill>
              <a:effectLst>
                <a:outerShdw blurRad="12700" dist="38100" dir="2700000" algn="tl" rotWithShape="0">
                  <a:schemeClr val="accent5">
                    <a:lumMod val="60000"/>
                    <a:lumOff val="40000"/>
                  </a:schemeClr>
                </a:outerShdw>
              </a:effectLst>
            </a:endParaRPr>
          </a:p>
        </p:txBody>
      </p:sp>
      <p:sp>
        <p:nvSpPr>
          <p:cNvPr id="3" name="TextBox 2"/>
          <p:cNvSpPr txBox="1"/>
          <p:nvPr/>
        </p:nvSpPr>
        <p:spPr>
          <a:xfrm>
            <a:off x="4571999" y="314890"/>
            <a:ext cx="1820848" cy="184666"/>
          </a:xfrm>
          <a:prstGeom prst="rect">
            <a:avLst/>
          </a:prstGeom>
          <a:noFill/>
        </p:spPr>
        <p:txBody>
          <a:bodyPr wrap="square" lIns="0" tIns="0" rIns="0" bIns="0" rtlCol="0">
            <a:spAutoFit/>
          </a:bodyPr>
          <a:lstStyle/>
          <a:p>
            <a:pPr fontAlgn="base">
              <a:spcBef>
                <a:spcPts val="600"/>
              </a:spcBef>
              <a:spcAft>
                <a:spcPct val="0"/>
              </a:spcAft>
              <a:buClr>
                <a:srgbClr val="F0AB00"/>
              </a:buClr>
              <a:buSzPct val="80000"/>
            </a:pPr>
            <a:r>
              <a:rPr lang="en-US" sz="1200" kern="0" dirty="0" smtClean="0">
                <a:ea typeface="Arial Unicode MS" pitchFamily="34" charset="-128"/>
                <a:cs typeface="Arial Unicode MS" pitchFamily="34" charset="-128"/>
              </a:rPr>
              <a:t>= confirmed by the TRG</a:t>
            </a:r>
          </a:p>
        </p:txBody>
      </p:sp>
      <p:sp>
        <p:nvSpPr>
          <p:cNvPr id="16" name="TextBox 15"/>
          <p:cNvSpPr txBox="1"/>
          <p:nvPr/>
        </p:nvSpPr>
        <p:spPr>
          <a:xfrm>
            <a:off x="4567622" y="808418"/>
            <a:ext cx="1820848" cy="184666"/>
          </a:xfrm>
          <a:prstGeom prst="rect">
            <a:avLst/>
          </a:prstGeom>
          <a:noFill/>
        </p:spPr>
        <p:txBody>
          <a:bodyPr wrap="square" lIns="0" tIns="0" rIns="0" bIns="0" rtlCol="0">
            <a:spAutoFit/>
          </a:bodyPr>
          <a:lstStyle/>
          <a:p>
            <a:pPr fontAlgn="base">
              <a:spcBef>
                <a:spcPts val="600"/>
              </a:spcBef>
              <a:spcAft>
                <a:spcPct val="0"/>
              </a:spcAft>
              <a:buClr>
                <a:srgbClr val="F0AB00"/>
              </a:buClr>
              <a:buSzPct val="80000"/>
            </a:pPr>
            <a:r>
              <a:rPr lang="en-US" sz="1200" kern="0" dirty="0" smtClean="0">
                <a:ea typeface="Arial Unicode MS" pitchFamily="34" charset="-128"/>
                <a:cs typeface="Arial Unicode MS" pitchFamily="34" charset="-128"/>
              </a:rPr>
              <a:t>= declined by the TRG</a:t>
            </a:r>
          </a:p>
        </p:txBody>
      </p:sp>
      <p:sp>
        <p:nvSpPr>
          <p:cNvPr id="5" name="Oval 4"/>
          <p:cNvSpPr/>
          <p:nvPr/>
        </p:nvSpPr>
        <p:spPr bwMode="gray">
          <a:xfrm>
            <a:off x="6761233" y="3070265"/>
            <a:ext cx="506028" cy="346229"/>
          </a:xfrm>
          <a:prstGeom prst="ellipse">
            <a:avLst/>
          </a:prstGeom>
          <a:noFill/>
          <a:ln w="38100" algn="ctr">
            <a:solidFill>
              <a:schemeClr val="accent6">
                <a:lumMod val="60000"/>
                <a:lumOff val="40000"/>
              </a:schemeClr>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b="0" i="0" u="none" strike="noStrike" kern="0" cap="none" spc="0" normalizeH="0" baseline="0" noProof="0" dirty="0" smtClean="0">
              <a:ln>
                <a:noFill/>
              </a:ln>
              <a:effectLst/>
              <a:uLnTx/>
              <a:uFillTx/>
              <a:ea typeface="Arial Unicode MS" pitchFamily="34" charset="-128"/>
              <a:cs typeface="Arial Unicode MS" pitchFamily="34" charset="-128"/>
            </a:endParaRPr>
          </a:p>
        </p:txBody>
      </p:sp>
      <p:sp>
        <p:nvSpPr>
          <p:cNvPr id="17" name="Oval 16"/>
          <p:cNvSpPr/>
          <p:nvPr/>
        </p:nvSpPr>
        <p:spPr bwMode="gray">
          <a:xfrm>
            <a:off x="8259078" y="3075650"/>
            <a:ext cx="506028" cy="346229"/>
          </a:xfrm>
          <a:prstGeom prst="ellipse">
            <a:avLst/>
          </a:prstGeom>
          <a:noFill/>
          <a:ln w="38100" algn="ctr">
            <a:solidFill>
              <a:schemeClr val="accent6">
                <a:lumMod val="60000"/>
                <a:lumOff val="40000"/>
              </a:schemeClr>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b="0" i="0" u="none" strike="noStrike" kern="0" cap="none" spc="0" normalizeH="0" baseline="0" noProof="0" dirty="0" smtClean="0">
              <a:ln>
                <a:noFill/>
              </a:ln>
              <a:effectLst/>
              <a:uLnTx/>
              <a:uFillTx/>
              <a:ea typeface="Arial Unicode MS" pitchFamily="34" charset="-128"/>
              <a:cs typeface="Arial Unicode MS" pitchFamily="34" charset="-128"/>
            </a:endParaRPr>
          </a:p>
        </p:txBody>
      </p:sp>
    </p:spTree>
    <p:extLst>
      <p:ext uri="{BB962C8B-B14F-4D97-AF65-F5344CB8AC3E}">
        <p14:creationId xmlns:p14="http://schemas.microsoft.com/office/powerpoint/2010/main" val="258410354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transition spd="med"/>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transition/>
  <p:timing>
    <p:tnLst>
      <p:par>
        <p:cTn id="1" dur="indefinite" restart="never" nodeType="tmRoot"/>
      </p:par>
    </p:tnLst>
  </p:timing>
</p:sld>
</file>

<file path=ppt/theme/theme1.xml><?xml version="1.0" encoding="utf-8"?>
<a:theme xmlns:a="http://schemas.openxmlformats.org/drawingml/2006/main" name="SAP_2016_4x3_white">
  <a:themeElements>
    <a:clrScheme name="SAP_Colors2011_1.1">
      <a:dk1>
        <a:srgbClr val="000000"/>
      </a:dk1>
      <a:lt1>
        <a:srgbClr val="FFFFFF"/>
      </a:lt1>
      <a:dk2>
        <a:srgbClr val="0076CB"/>
      </a:dk2>
      <a:lt2>
        <a:srgbClr val="CCCCCC"/>
      </a:lt2>
      <a:accent1>
        <a:srgbClr val="F0AB00"/>
      </a:accent1>
      <a:accent2>
        <a:srgbClr val="666666"/>
      </a:accent2>
      <a:accent3>
        <a:srgbClr val="0076CB"/>
      </a:accent3>
      <a:accent4>
        <a:srgbClr val="4FB81C"/>
      </a:accent4>
      <a:accent5>
        <a:srgbClr val="E35500"/>
      </a:accent5>
      <a:accent6>
        <a:srgbClr val="760A85"/>
      </a:accent6>
      <a:hlink>
        <a:srgbClr val="666666"/>
      </a:hlink>
      <a:folHlink>
        <a:srgbClr val="CCCCCC"/>
      </a:folHlink>
    </a:clrScheme>
    <a:fontScheme name="SAP_Fonts2011">
      <a:majorFont>
        <a:latin typeface="Arial"/>
        <a:ea typeface=""/>
        <a:cs typeface=""/>
      </a:majorFont>
      <a:minorFont>
        <a:latin typeface="Arial"/>
        <a:ea typeface=""/>
        <a:cs typeface=""/>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accent1"/>
        </a:solidFill>
        <a:ln w="6350" algn="ctr">
          <a:noFill/>
          <a:miter lim="800000"/>
          <a:headEnd/>
          <a:tailEnd/>
        </a:ln>
      </a:spPr>
      <a:bodyPr lIns="90000" tIns="72000" rIns="90000" bIns="72000" rtlCol="0" anchor="ctr"/>
      <a:lstStyle>
        <a:defPPr marR="0" algn="ctr" defTabSz="914400" eaLnBrk="1" fontAlgn="base" latinLnBrk="0" hangingPunct="1">
          <a:lnSpc>
            <a:spcPct val="100000"/>
          </a:lnSpc>
          <a:spcBef>
            <a:spcPct val="50000"/>
          </a:spcBef>
          <a:spcAft>
            <a:spcPct val="0"/>
          </a:spcAft>
          <a:buClr>
            <a:srgbClr val="F0AB00"/>
          </a:buClr>
          <a:buSzPct val="80000"/>
          <a:tabLst/>
          <a:defRPr kumimoji="0" b="0" i="0" u="none" strike="noStrike" kern="0" cap="none" spc="0" normalizeH="0" baseline="0" noProof="0" dirty="0" smtClean="0">
            <a:ln>
              <a:noFill/>
            </a:ln>
            <a:effectLst/>
            <a:uLnTx/>
            <a:uFillTx/>
            <a:ea typeface="Arial Unicode MS" pitchFamily="34" charset="-128"/>
            <a:cs typeface="Arial Unicode MS" pitchFamily="34" charset="-128"/>
          </a:defRPr>
        </a:defPPr>
      </a:lstStyle>
    </a:spDef>
    <a:lnDef>
      <a:spPr>
        <a:ln w="635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fontAlgn="base">
          <a:spcBef>
            <a:spcPts val="600"/>
          </a:spcBef>
          <a:spcAft>
            <a:spcPct val="0"/>
          </a:spcAft>
          <a:buClr>
            <a:srgbClr val="F0AB00"/>
          </a:buClr>
          <a:buSzPct val="80000"/>
          <a:defRPr sz="1800" kern="0" dirty="0" err="1" smtClean="0">
            <a:ea typeface="Arial Unicode MS" pitchFamily="34" charset="-128"/>
            <a:cs typeface="Arial Unicode MS" pitchFamily="34" charset="-128"/>
          </a:defRPr>
        </a:defPPr>
      </a:lstStyle>
    </a:txDef>
  </a:objectDefaults>
  <a:extraClrSchemeLst/>
  <a:extLst>
    <a:ext uri="{05A4C25C-085E-4340-85A3-A5531E510DB2}">
      <thm15:themeFamily xmlns:thm15="http://schemas.microsoft.com/office/thememl/2012/main" name="SAP_2016_4x3_white.pptx" id="{D910AF12-926D-47EF-A649-C83652429031}" vid="{9756C12F-8D62-471F-B969-96B966096145}"/>
    </a:ext>
  </a:extLst>
</a:theme>
</file>

<file path=ppt/theme/theme2.xml><?xml version="1.0" encoding="utf-8"?>
<a:theme xmlns:a="http://schemas.openxmlformats.org/drawingml/2006/main" name="Office Theme">
  <a:themeElements>
    <a:clrScheme name="SAP_Colors2011_1.1">
      <a:dk1>
        <a:srgbClr val="000000"/>
      </a:dk1>
      <a:lt1>
        <a:srgbClr val="FFFFFF"/>
      </a:lt1>
      <a:dk2>
        <a:srgbClr val="0076CB"/>
      </a:dk2>
      <a:lt2>
        <a:srgbClr val="CCCCCC"/>
      </a:lt2>
      <a:accent1>
        <a:srgbClr val="F0AB00"/>
      </a:accent1>
      <a:accent2>
        <a:srgbClr val="666666"/>
      </a:accent2>
      <a:accent3>
        <a:srgbClr val="0076CB"/>
      </a:accent3>
      <a:accent4>
        <a:srgbClr val="4FB81C"/>
      </a:accent4>
      <a:accent5>
        <a:srgbClr val="E35500"/>
      </a:accent5>
      <a:accent6>
        <a:srgbClr val="760A85"/>
      </a:accent6>
      <a:hlink>
        <a:srgbClr val="666666"/>
      </a:hlink>
      <a:folHlink>
        <a:srgbClr val="CCCCCC"/>
      </a:folHlink>
    </a:clrScheme>
    <a:fontScheme name="SAP_Fonts2011">
      <a:majorFont>
        <a:latin typeface="Arial"/>
        <a:ea typeface=""/>
        <a:cs typeface=""/>
      </a:majorFont>
      <a:minorFont>
        <a:latin typeface="Arial"/>
        <a:ea typeface=""/>
        <a:cs typeface=""/>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SAP_Colors2011">
      <a:dk1>
        <a:srgbClr val="000000"/>
      </a:dk1>
      <a:lt1>
        <a:srgbClr val="FFFFFF"/>
      </a:lt1>
      <a:dk2>
        <a:srgbClr val="00AFE3"/>
      </a:dk2>
      <a:lt2>
        <a:srgbClr val="CCCCCC"/>
      </a:lt2>
      <a:accent1>
        <a:srgbClr val="FDB913"/>
      </a:accent1>
      <a:accent2>
        <a:srgbClr val="626366"/>
      </a:accent2>
      <a:accent3>
        <a:srgbClr val="0082C9"/>
      </a:accent3>
      <a:accent4>
        <a:srgbClr val="4BBE44"/>
      </a:accent4>
      <a:accent5>
        <a:srgbClr val="B1D249"/>
      </a:accent5>
      <a:accent6>
        <a:srgbClr val="80298F"/>
      </a:accent6>
      <a:hlink>
        <a:srgbClr val="04357B"/>
      </a:hlink>
      <a:folHlink>
        <a:srgbClr val="999999"/>
      </a:folHlink>
    </a:clrScheme>
    <a:fontScheme name="SAP_Fonts2011">
      <a:majorFont>
        <a:latin typeface="Arial"/>
        <a:ea typeface=""/>
        <a:cs typeface=""/>
      </a:majorFont>
      <a:minorFont>
        <a:latin typeface="Arial"/>
        <a:ea typeface=""/>
        <a:cs typeface=""/>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SAP_2016_4x3_white</Template>
  <TotalTime>376</TotalTime>
  <Words>717</Words>
  <Application>Microsoft Office PowerPoint</Application>
  <PresentationFormat>On-screen Show (4:3)</PresentationFormat>
  <Paragraphs>168</Paragraphs>
  <Slides>7</Slides>
  <Notes>5</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7</vt:i4>
      </vt:variant>
    </vt:vector>
  </HeadingPairs>
  <TitlesOfParts>
    <vt:vector size="16" baseType="lpstr">
      <vt:lpstr>Arial Unicode MS</vt:lpstr>
      <vt:lpstr>Arial</vt:lpstr>
      <vt:lpstr>Calibri</vt:lpstr>
      <vt:lpstr>Courier New</vt:lpstr>
      <vt:lpstr>Symbol</vt:lpstr>
      <vt:lpstr>Times New Roman</vt:lpstr>
      <vt:lpstr>Wingdings</vt:lpstr>
      <vt:lpstr>Wingdings</vt:lpstr>
      <vt:lpstr>SAP_2016_4x3_white</vt:lpstr>
      <vt:lpstr>Contract Asset and Receivable</vt:lpstr>
      <vt:lpstr>Contract Asset</vt:lpstr>
      <vt:lpstr>Recognizing Receivable at Invoice Due</vt:lpstr>
      <vt:lpstr>Distribute CL/CA</vt:lpstr>
      <vt:lpstr>An Example TRG Discussion of October 2014</vt:lpstr>
      <vt:lpstr>PowerPoint Presentation</vt:lpstr>
      <vt:lpstr>PowerPoint Presentation</vt:lpstr>
    </vt:vector>
  </TitlesOfParts>
  <Company>SAP</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Short Presentation Title</dc:title>
  <dc:creator>Fang, Xin</dc:creator>
  <cp:keywords>2016/4:3</cp:keywords>
  <cp:lastModifiedBy>Fang, Xin</cp:lastModifiedBy>
  <cp:revision>23</cp:revision>
  <dcterms:created xsi:type="dcterms:W3CDTF">2016-11-22T01:49:33Z</dcterms:created>
  <dcterms:modified xsi:type="dcterms:W3CDTF">2016-11-22T15:06:07Z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3" name="_NewReviewCycle">
    <vt:lpwstr/>
  </property>
</Properties>
</file>